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70" r:id="rId15"/>
    <p:sldId id="271" r:id="rId16"/>
    <p:sldId id="273" r:id="rId17"/>
    <p:sldId id="275" r:id="rId18"/>
    <p:sldId id="274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9B9B9"/>
    <a:srgbClr val="F979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1092589-A465-46AD-8A26-9D56D863A4BF}" type="doc">
      <dgm:prSet loTypeId="urn:microsoft.com/office/officeart/2005/8/layout/radial5" loCatId="cycle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IN"/>
        </a:p>
      </dgm:t>
    </dgm:pt>
    <dgm:pt modelId="{369F6395-DA6C-4B09-9ABC-214CE004CD9B}">
      <dgm:prSet phldrT="[Text]" custT="1"/>
      <dgm:spPr/>
      <dgm:t>
        <a:bodyPr/>
        <a:lstStyle/>
        <a:p>
          <a:r>
            <a:rPr lang="en-US" sz="1600" b="1" dirty="0">
              <a:latin typeface="Comic Sans MS" panose="030F0702030302020204" pitchFamily="66" charset="0"/>
            </a:rPr>
            <a:t>UNDERSTANDING DATA </a:t>
          </a:r>
        </a:p>
        <a:p>
          <a:r>
            <a:rPr lang="en-US" sz="1600" b="1" dirty="0">
              <a:latin typeface="Comic Sans MS" panose="030F0702030302020204" pitchFamily="66" charset="0"/>
            </a:rPr>
            <a:t>(3 years information was included)</a:t>
          </a:r>
          <a:endParaRPr lang="en-IN" sz="1600" b="1" dirty="0"/>
        </a:p>
      </dgm:t>
    </dgm:pt>
    <dgm:pt modelId="{07711D74-E3D3-4067-8EE2-CB473DACAA1C}" type="parTrans" cxnId="{288F5F4A-118D-400C-B802-5FEED5573161}">
      <dgm:prSet/>
      <dgm:spPr/>
      <dgm:t>
        <a:bodyPr/>
        <a:lstStyle/>
        <a:p>
          <a:endParaRPr lang="en-IN"/>
        </a:p>
      </dgm:t>
    </dgm:pt>
    <dgm:pt modelId="{51BEF669-D930-4D04-A09C-E950C51975AB}" type="sibTrans" cxnId="{288F5F4A-118D-400C-B802-5FEED5573161}">
      <dgm:prSet/>
      <dgm:spPr/>
      <dgm:t>
        <a:bodyPr/>
        <a:lstStyle/>
        <a:p>
          <a:endParaRPr lang="en-IN"/>
        </a:p>
      </dgm:t>
    </dgm:pt>
    <dgm:pt modelId="{6B526E7C-2963-4DC3-9D5F-FECFBD34EFA4}">
      <dgm:prSet phldrT="[Text]"/>
      <dgm:spPr/>
      <dgm:t>
        <a:bodyPr/>
        <a:lstStyle/>
        <a:p>
          <a:r>
            <a:rPr lang="en-US" dirty="0"/>
            <a:t>Exploring columns of all datasets(using function display)</a:t>
          </a:r>
          <a:endParaRPr lang="en-IN" dirty="0"/>
        </a:p>
      </dgm:t>
    </dgm:pt>
    <dgm:pt modelId="{94B972EA-D093-45D5-8AA2-1FC18CF931C1}" type="parTrans" cxnId="{05276C92-A190-477C-B428-9AC412BBC809}">
      <dgm:prSet/>
      <dgm:spPr/>
      <dgm:t>
        <a:bodyPr/>
        <a:lstStyle/>
        <a:p>
          <a:endParaRPr lang="en-IN"/>
        </a:p>
      </dgm:t>
    </dgm:pt>
    <dgm:pt modelId="{4522B899-CE07-4F38-B479-78C463C9DB79}" type="sibTrans" cxnId="{05276C92-A190-477C-B428-9AC412BBC809}">
      <dgm:prSet/>
      <dgm:spPr/>
      <dgm:t>
        <a:bodyPr/>
        <a:lstStyle/>
        <a:p>
          <a:endParaRPr lang="en-IN"/>
        </a:p>
      </dgm:t>
    </dgm:pt>
    <dgm:pt modelId="{D6C13478-2B02-454A-A53F-226B22C02E0E}">
      <dgm:prSet phldrT="[Text]"/>
      <dgm:spPr/>
      <dgm:t>
        <a:bodyPr/>
        <a:lstStyle/>
        <a:p>
          <a:r>
            <a:rPr lang="en-US" dirty="0"/>
            <a:t>Number of rows and columns (using shape function)</a:t>
          </a:r>
          <a:endParaRPr lang="en-IN" dirty="0"/>
        </a:p>
      </dgm:t>
    </dgm:pt>
    <dgm:pt modelId="{E15602B4-FA40-40D6-AEC4-B77E47CC1C6A}" type="parTrans" cxnId="{2AC36ADF-827B-4F88-993F-7B66C74BF6F7}">
      <dgm:prSet/>
      <dgm:spPr/>
      <dgm:t>
        <a:bodyPr/>
        <a:lstStyle/>
        <a:p>
          <a:endParaRPr lang="en-IN"/>
        </a:p>
      </dgm:t>
    </dgm:pt>
    <dgm:pt modelId="{45CDE0E3-7A1D-4A77-8D1D-766034936FA4}" type="sibTrans" cxnId="{2AC36ADF-827B-4F88-993F-7B66C74BF6F7}">
      <dgm:prSet/>
      <dgm:spPr/>
      <dgm:t>
        <a:bodyPr/>
        <a:lstStyle/>
        <a:p>
          <a:endParaRPr lang="en-IN"/>
        </a:p>
      </dgm:t>
    </dgm:pt>
    <dgm:pt modelId="{273BB956-1DCB-4712-A44D-29BDD5EA42A6}">
      <dgm:prSet phldrT="[Text]"/>
      <dgm:spPr/>
      <dgm:t>
        <a:bodyPr/>
        <a:lstStyle/>
        <a:p>
          <a:r>
            <a:rPr lang="en-US" dirty="0"/>
            <a:t>Data types for all columns in different datasets(using </a:t>
          </a:r>
          <a:r>
            <a:rPr lang="en-US" dirty="0" err="1"/>
            <a:t>dtypes</a:t>
          </a:r>
          <a:r>
            <a:rPr lang="en-US" dirty="0"/>
            <a:t>)</a:t>
          </a:r>
          <a:endParaRPr lang="en-IN" dirty="0"/>
        </a:p>
      </dgm:t>
    </dgm:pt>
    <dgm:pt modelId="{BDA78C25-78AF-49F7-A2DF-0D9D62E0D0D4}" type="parTrans" cxnId="{2AC7FAD5-AC48-4F89-B28F-2788201E72D5}">
      <dgm:prSet/>
      <dgm:spPr/>
      <dgm:t>
        <a:bodyPr/>
        <a:lstStyle/>
        <a:p>
          <a:endParaRPr lang="en-IN"/>
        </a:p>
      </dgm:t>
    </dgm:pt>
    <dgm:pt modelId="{C7DB5D56-5806-47C1-8A4D-D4053E06BADC}" type="sibTrans" cxnId="{2AC7FAD5-AC48-4F89-B28F-2788201E72D5}">
      <dgm:prSet/>
      <dgm:spPr/>
      <dgm:t>
        <a:bodyPr/>
        <a:lstStyle/>
        <a:p>
          <a:endParaRPr lang="en-IN"/>
        </a:p>
      </dgm:t>
    </dgm:pt>
    <dgm:pt modelId="{CFB91C9F-14F0-40A1-A2D8-2A5D79FF4CFC}">
      <dgm:prSet phldrT="[Text]"/>
      <dgm:spPr/>
      <dgm:t>
        <a:bodyPr/>
        <a:lstStyle/>
        <a:p>
          <a:r>
            <a:rPr lang="en-US" dirty="0"/>
            <a:t>Checking count of null values (using </a:t>
          </a:r>
          <a:r>
            <a:rPr lang="en-US" dirty="0" err="1"/>
            <a:t>isnull</a:t>
          </a:r>
          <a:r>
            <a:rPr lang="en-US" dirty="0"/>
            <a:t> ) </a:t>
          </a:r>
          <a:endParaRPr lang="en-IN" dirty="0"/>
        </a:p>
      </dgm:t>
    </dgm:pt>
    <dgm:pt modelId="{63467DCB-0F9C-4AFE-A49E-F7E65440CBFA}" type="parTrans" cxnId="{14AEC269-65B1-41E5-886C-ECB08B3A0C67}">
      <dgm:prSet/>
      <dgm:spPr/>
      <dgm:t>
        <a:bodyPr/>
        <a:lstStyle/>
        <a:p>
          <a:endParaRPr lang="en-IN"/>
        </a:p>
      </dgm:t>
    </dgm:pt>
    <dgm:pt modelId="{9B4AB942-1069-4A68-9BD0-BC7A7D537920}" type="sibTrans" cxnId="{14AEC269-65B1-41E5-886C-ECB08B3A0C67}">
      <dgm:prSet/>
      <dgm:spPr/>
      <dgm:t>
        <a:bodyPr/>
        <a:lstStyle/>
        <a:p>
          <a:endParaRPr lang="en-IN"/>
        </a:p>
      </dgm:t>
    </dgm:pt>
    <dgm:pt modelId="{76F510DD-75DC-4307-8DF4-796AEFBB4B2B}" type="pres">
      <dgm:prSet presAssocID="{61092589-A465-46AD-8A26-9D56D863A4BF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8F7910D-E31D-4D01-A5F3-A7379487F5DB}" type="pres">
      <dgm:prSet presAssocID="{369F6395-DA6C-4B09-9ABC-214CE004CD9B}" presName="centerShape" presStyleLbl="node0" presStyleIdx="0" presStyleCnt="1" custAng="0" custScaleX="179756" custScaleY="104818" custLinFactNeighborX="-889" custLinFactNeighborY="-847"/>
      <dgm:spPr/>
    </dgm:pt>
    <dgm:pt modelId="{7050F19D-19B9-4052-B4B6-D51A804AB678}" type="pres">
      <dgm:prSet presAssocID="{94B972EA-D093-45D5-8AA2-1FC18CF931C1}" presName="parTrans" presStyleLbl="sibTrans2D1" presStyleIdx="0" presStyleCnt="4" custScaleX="174474" custScaleY="98123"/>
      <dgm:spPr/>
    </dgm:pt>
    <dgm:pt modelId="{60497F91-5F2E-4253-89BE-3867CB9B2FEF}" type="pres">
      <dgm:prSet presAssocID="{94B972EA-D093-45D5-8AA2-1FC18CF931C1}" presName="connectorText" presStyleLbl="sibTrans2D1" presStyleIdx="0" presStyleCnt="4"/>
      <dgm:spPr/>
    </dgm:pt>
    <dgm:pt modelId="{DB759EAF-1A04-437C-A4DF-9A6ED63AC7D2}" type="pres">
      <dgm:prSet presAssocID="{6B526E7C-2963-4DC3-9D5F-FECFBD34EFA4}" presName="node" presStyleLbl="node1" presStyleIdx="0" presStyleCnt="4" custScaleX="132397" custScaleY="101524">
        <dgm:presLayoutVars>
          <dgm:bulletEnabled val="1"/>
        </dgm:presLayoutVars>
      </dgm:prSet>
      <dgm:spPr/>
    </dgm:pt>
    <dgm:pt modelId="{79021E13-96D5-4F3A-834D-33FF13DD7F5F}" type="pres">
      <dgm:prSet presAssocID="{E15602B4-FA40-40D6-AEC4-B77E47CC1C6A}" presName="parTrans" presStyleLbl="sibTrans2D1" presStyleIdx="1" presStyleCnt="4" custScaleX="157155" custScaleY="92141" custLinFactNeighborX="13847" custLinFactNeighborY="-6979"/>
      <dgm:spPr/>
    </dgm:pt>
    <dgm:pt modelId="{AD0EF3B4-E76B-4553-A1AF-E8D59B059AAE}" type="pres">
      <dgm:prSet presAssocID="{E15602B4-FA40-40D6-AEC4-B77E47CC1C6A}" presName="connectorText" presStyleLbl="sibTrans2D1" presStyleIdx="1" presStyleCnt="4"/>
      <dgm:spPr/>
    </dgm:pt>
    <dgm:pt modelId="{FCC1C7C2-73A7-4E4C-8E4F-A4A0DB7BC94E}" type="pres">
      <dgm:prSet presAssocID="{D6C13478-2B02-454A-A53F-226B22C02E0E}" presName="node" presStyleLbl="node1" presStyleIdx="1" presStyleCnt="4" custScaleX="122795" custScaleY="99835" custRadScaleRad="125262" custRadScaleInc="-1723">
        <dgm:presLayoutVars>
          <dgm:bulletEnabled val="1"/>
        </dgm:presLayoutVars>
      </dgm:prSet>
      <dgm:spPr/>
    </dgm:pt>
    <dgm:pt modelId="{C324C522-6C7E-40AC-942E-E7F6A5D395FB}" type="pres">
      <dgm:prSet presAssocID="{BDA78C25-78AF-49F7-A2DF-0D9D62E0D0D4}" presName="parTrans" presStyleLbl="sibTrans2D1" presStyleIdx="2" presStyleCnt="4" custScaleX="154603"/>
      <dgm:spPr/>
    </dgm:pt>
    <dgm:pt modelId="{A2A54F8C-F1C5-4244-AA2D-A0DFA821C5B6}" type="pres">
      <dgm:prSet presAssocID="{BDA78C25-78AF-49F7-A2DF-0D9D62E0D0D4}" presName="connectorText" presStyleLbl="sibTrans2D1" presStyleIdx="2" presStyleCnt="4"/>
      <dgm:spPr/>
    </dgm:pt>
    <dgm:pt modelId="{940C5950-AE54-4B15-BFE4-3C379067F23F}" type="pres">
      <dgm:prSet presAssocID="{273BB956-1DCB-4712-A44D-29BDD5EA42A6}" presName="node" presStyleLbl="node1" presStyleIdx="2" presStyleCnt="4" custScaleX="170158" custRadScaleRad="96453" custRadScaleInc="1878">
        <dgm:presLayoutVars>
          <dgm:bulletEnabled val="1"/>
        </dgm:presLayoutVars>
      </dgm:prSet>
      <dgm:spPr/>
    </dgm:pt>
    <dgm:pt modelId="{800FA2E5-D117-4B9E-A7F5-7328B2045318}" type="pres">
      <dgm:prSet presAssocID="{63467DCB-0F9C-4AFE-A49E-F7E65440CBFA}" presName="parTrans" presStyleLbl="sibTrans2D1" presStyleIdx="3" presStyleCnt="4" custScaleX="162364"/>
      <dgm:spPr/>
    </dgm:pt>
    <dgm:pt modelId="{F1A3E2F8-0F41-4330-8BDF-A85984E16929}" type="pres">
      <dgm:prSet presAssocID="{63467DCB-0F9C-4AFE-A49E-F7E65440CBFA}" presName="connectorText" presStyleLbl="sibTrans2D1" presStyleIdx="3" presStyleCnt="4"/>
      <dgm:spPr/>
    </dgm:pt>
    <dgm:pt modelId="{C8AE3088-D29F-4ACC-A0FE-315DC793B942}" type="pres">
      <dgm:prSet presAssocID="{CFB91C9F-14F0-40A1-A2D8-2A5D79FF4CFC}" presName="node" presStyleLbl="node1" presStyleIdx="3" presStyleCnt="4" custAng="0" custScaleX="143984" custRadScaleRad="129885" custRadScaleInc="1661">
        <dgm:presLayoutVars>
          <dgm:bulletEnabled val="1"/>
        </dgm:presLayoutVars>
      </dgm:prSet>
      <dgm:spPr/>
    </dgm:pt>
  </dgm:ptLst>
  <dgm:cxnLst>
    <dgm:cxn modelId="{F9228319-7EE8-4ADC-99F5-2C71037C01BE}" type="presOf" srcId="{61092589-A465-46AD-8A26-9D56D863A4BF}" destId="{76F510DD-75DC-4307-8DF4-796AEFBB4B2B}" srcOrd="0" destOrd="0" presId="urn:microsoft.com/office/officeart/2005/8/layout/radial5"/>
    <dgm:cxn modelId="{A4131D22-2F5A-4468-9058-B98C1B68A095}" type="presOf" srcId="{CFB91C9F-14F0-40A1-A2D8-2A5D79FF4CFC}" destId="{C8AE3088-D29F-4ACC-A0FE-315DC793B942}" srcOrd="0" destOrd="0" presId="urn:microsoft.com/office/officeart/2005/8/layout/radial5"/>
    <dgm:cxn modelId="{3DECEC23-8429-4C57-84A4-9AB6EBBE7A16}" type="presOf" srcId="{63467DCB-0F9C-4AFE-A49E-F7E65440CBFA}" destId="{800FA2E5-D117-4B9E-A7F5-7328B2045318}" srcOrd="0" destOrd="0" presId="urn:microsoft.com/office/officeart/2005/8/layout/radial5"/>
    <dgm:cxn modelId="{87584F2F-D5CC-44AA-ABF3-ABD41058AB62}" type="presOf" srcId="{E15602B4-FA40-40D6-AEC4-B77E47CC1C6A}" destId="{79021E13-96D5-4F3A-834D-33FF13DD7F5F}" srcOrd="0" destOrd="0" presId="urn:microsoft.com/office/officeart/2005/8/layout/radial5"/>
    <dgm:cxn modelId="{35ED9D61-7DA5-45AE-8EE4-55150BDC2E1C}" type="presOf" srcId="{63467DCB-0F9C-4AFE-A49E-F7E65440CBFA}" destId="{F1A3E2F8-0F41-4330-8BDF-A85984E16929}" srcOrd="1" destOrd="0" presId="urn:microsoft.com/office/officeart/2005/8/layout/radial5"/>
    <dgm:cxn modelId="{14AEC269-65B1-41E5-886C-ECB08B3A0C67}" srcId="{369F6395-DA6C-4B09-9ABC-214CE004CD9B}" destId="{CFB91C9F-14F0-40A1-A2D8-2A5D79FF4CFC}" srcOrd="3" destOrd="0" parTransId="{63467DCB-0F9C-4AFE-A49E-F7E65440CBFA}" sibTransId="{9B4AB942-1069-4A68-9BD0-BC7A7D537920}"/>
    <dgm:cxn modelId="{8451CB69-2EA6-4835-A0A7-A9229A86B9FA}" type="presOf" srcId="{BDA78C25-78AF-49F7-A2DF-0D9D62E0D0D4}" destId="{C324C522-6C7E-40AC-942E-E7F6A5D395FB}" srcOrd="0" destOrd="0" presId="urn:microsoft.com/office/officeart/2005/8/layout/radial5"/>
    <dgm:cxn modelId="{B7543F4A-DA65-4BCC-9CFD-231B9FDE7E90}" type="presOf" srcId="{273BB956-1DCB-4712-A44D-29BDD5EA42A6}" destId="{940C5950-AE54-4B15-BFE4-3C379067F23F}" srcOrd="0" destOrd="0" presId="urn:microsoft.com/office/officeart/2005/8/layout/radial5"/>
    <dgm:cxn modelId="{288F5F4A-118D-400C-B802-5FEED5573161}" srcId="{61092589-A465-46AD-8A26-9D56D863A4BF}" destId="{369F6395-DA6C-4B09-9ABC-214CE004CD9B}" srcOrd="0" destOrd="0" parTransId="{07711D74-E3D3-4067-8EE2-CB473DACAA1C}" sibTransId="{51BEF669-D930-4D04-A09C-E950C51975AB}"/>
    <dgm:cxn modelId="{83C9146D-A703-4CFD-9039-CAA68C63EEB2}" type="presOf" srcId="{94B972EA-D093-45D5-8AA2-1FC18CF931C1}" destId="{60497F91-5F2E-4253-89BE-3867CB9B2FEF}" srcOrd="1" destOrd="0" presId="urn:microsoft.com/office/officeart/2005/8/layout/radial5"/>
    <dgm:cxn modelId="{BC04D477-1E1C-45D9-9249-AE8C14DFBAC5}" type="presOf" srcId="{BDA78C25-78AF-49F7-A2DF-0D9D62E0D0D4}" destId="{A2A54F8C-F1C5-4244-AA2D-A0DFA821C5B6}" srcOrd="1" destOrd="0" presId="urn:microsoft.com/office/officeart/2005/8/layout/radial5"/>
    <dgm:cxn modelId="{B4DC3A8E-63EF-4C4A-A995-FBD376522959}" type="presOf" srcId="{6B526E7C-2963-4DC3-9D5F-FECFBD34EFA4}" destId="{DB759EAF-1A04-437C-A4DF-9A6ED63AC7D2}" srcOrd="0" destOrd="0" presId="urn:microsoft.com/office/officeart/2005/8/layout/radial5"/>
    <dgm:cxn modelId="{05276C92-A190-477C-B428-9AC412BBC809}" srcId="{369F6395-DA6C-4B09-9ABC-214CE004CD9B}" destId="{6B526E7C-2963-4DC3-9D5F-FECFBD34EFA4}" srcOrd="0" destOrd="0" parTransId="{94B972EA-D093-45D5-8AA2-1FC18CF931C1}" sibTransId="{4522B899-CE07-4F38-B479-78C463C9DB79}"/>
    <dgm:cxn modelId="{DF3E04C4-BC1A-479F-855F-2B96B52E3169}" type="presOf" srcId="{E15602B4-FA40-40D6-AEC4-B77E47CC1C6A}" destId="{AD0EF3B4-E76B-4553-A1AF-E8D59B059AAE}" srcOrd="1" destOrd="0" presId="urn:microsoft.com/office/officeart/2005/8/layout/radial5"/>
    <dgm:cxn modelId="{2AC7FAD5-AC48-4F89-B28F-2788201E72D5}" srcId="{369F6395-DA6C-4B09-9ABC-214CE004CD9B}" destId="{273BB956-1DCB-4712-A44D-29BDD5EA42A6}" srcOrd="2" destOrd="0" parTransId="{BDA78C25-78AF-49F7-A2DF-0D9D62E0D0D4}" sibTransId="{C7DB5D56-5806-47C1-8A4D-D4053E06BADC}"/>
    <dgm:cxn modelId="{3B0773DC-8107-49E9-B7D3-E44917DE81DE}" type="presOf" srcId="{369F6395-DA6C-4B09-9ABC-214CE004CD9B}" destId="{C8F7910D-E31D-4D01-A5F3-A7379487F5DB}" srcOrd="0" destOrd="0" presId="urn:microsoft.com/office/officeart/2005/8/layout/radial5"/>
    <dgm:cxn modelId="{0C0D57DC-6487-48FA-BBCC-8FD29B06013C}" type="presOf" srcId="{D6C13478-2B02-454A-A53F-226B22C02E0E}" destId="{FCC1C7C2-73A7-4E4C-8E4F-A4A0DB7BC94E}" srcOrd="0" destOrd="0" presId="urn:microsoft.com/office/officeart/2005/8/layout/radial5"/>
    <dgm:cxn modelId="{2AC36ADF-827B-4F88-993F-7B66C74BF6F7}" srcId="{369F6395-DA6C-4B09-9ABC-214CE004CD9B}" destId="{D6C13478-2B02-454A-A53F-226B22C02E0E}" srcOrd="1" destOrd="0" parTransId="{E15602B4-FA40-40D6-AEC4-B77E47CC1C6A}" sibTransId="{45CDE0E3-7A1D-4A77-8D1D-766034936FA4}"/>
    <dgm:cxn modelId="{8A3BD8E5-DCBE-441A-8D39-0728C13A1636}" type="presOf" srcId="{94B972EA-D093-45D5-8AA2-1FC18CF931C1}" destId="{7050F19D-19B9-4052-B4B6-D51A804AB678}" srcOrd="0" destOrd="0" presId="urn:microsoft.com/office/officeart/2005/8/layout/radial5"/>
    <dgm:cxn modelId="{D0607D1E-FEEF-44FC-BAF7-22550CDAB2B8}" type="presParOf" srcId="{76F510DD-75DC-4307-8DF4-796AEFBB4B2B}" destId="{C8F7910D-E31D-4D01-A5F3-A7379487F5DB}" srcOrd="0" destOrd="0" presId="urn:microsoft.com/office/officeart/2005/8/layout/radial5"/>
    <dgm:cxn modelId="{0A4948E7-986D-4C50-8D0C-6F725B7ABFF0}" type="presParOf" srcId="{76F510DD-75DC-4307-8DF4-796AEFBB4B2B}" destId="{7050F19D-19B9-4052-B4B6-D51A804AB678}" srcOrd="1" destOrd="0" presId="urn:microsoft.com/office/officeart/2005/8/layout/radial5"/>
    <dgm:cxn modelId="{3C2F1609-E933-47DC-B39A-A61AA20E5F62}" type="presParOf" srcId="{7050F19D-19B9-4052-B4B6-D51A804AB678}" destId="{60497F91-5F2E-4253-89BE-3867CB9B2FEF}" srcOrd="0" destOrd="0" presId="urn:microsoft.com/office/officeart/2005/8/layout/radial5"/>
    <dgm:cxn modelId="{32C703F0-D2C1-4BD6-AB86-76B807222A52}" type="presParOf" srcId="{76F510DD-75DC-4307-8DF4-796AEFBB4B2B}" destId="{DB759EAF-1A04-437C-A4DF-9A6ED63AC7D2}" srcOrd="2" destOrd="0" presId="urn:microsoft.com/office/officeart/2005/8/layout/radial5"/>
    <dgm:cxn modelId="{8EEBD2A8-264D-41A7-AC3C-D5DE6E26DEBA}" type="presParOf" srcId="{76F510DD-75DC-4307-8DF4-796AEFBB4B2B}" destId="{79021E13-96D5-4F3A-834D-33FF13DD7F5F}" srcOrd="3" destOrd="0" presId="urn:microsoft.com/office/officeart/2005/8/layout/radial5"/>
    <dgm:cxn modelId="{3CE5C8FA-2DD7-4A8C-B7B4-188DFE57B428}" type="presParOf" srcId="{79021E13-96D5-4F3A-834D-33FF13DD7F5F}" destId="{AD0EF3B4-E76B-4553-A1AF-E8D59B059AAE}" srcOrd="0" destOrd="0" presId="urn:microsoft.com/office/officeart/2005/8/layout/radial5"/>
    <dgm:cxn modelId="{AE4FA6DC-A29D-4626-BFE5-F16CF257C001}" type="presParOf" srcId="{76F510DD-75DC-4307-8DF4-796AEFBB4B2B}" destId="{FCC1C7C2-73A7-4E4C-8E4F-A4A0DB7BC94E}" srcOrd="4" destOrd="0" presId="urn:microsoft.com/office/officeart/2005/8/layout/radial5"/>
    <dgm:cxn modelId="{1FB9B219-72BB-4DF4-8DEA-5FE42D86AAFD}" type="presParOf" srcId="{76F510DD-75DC-4307-8DF4-796AEFBB4B2B}" destId="{C324C522-6C7E-40AC-942E-E7F6A5D395FB}" srcOrd="5" destOrd="0" presId="urn:microsoft.com/office/officeart/2005/8/layout/radial5"/>
    <dgm:cxn modelId="{680A8F0E-627F-4B90-99B1-5760130327C6}" type="presParOf" srcId="{C324C522-6C7E-40AC-942E-E7F6A5D395FB}" destId="{A2A54F8C-F1C5-4244-AA2D-A0DFA821C5B6}" srcOrd="0" destOrd="0" presId="urn:microsoft.com/office/officeart/2005/8/layout/radial5"/>
    <dgm:cxn modelId="{36C90568-91F5-4A1C-B615-DDF4F6E8FE1F}" type="presParOf" srcId="{76F510DD-75DC-4307-8DF4-796AEFBB4B2B}" destId="{940C5950-AE54-4B15-BFE4-3C379067F23F}" srcOrd="6" destOrd="0" presId="urn:microsoft.com/office/officeart/2005/8/layout/radial5"/>
    <dgm:cxn modelId="{B3B1A8AE-A63B-417F-B2BA-63159B06547E}" type="presParOf" srcId="{76F510DD-75DC-4307-8DF4-796AEFBB4B2B}" destId="{800FA2E5-D117-4B9E-A7F5-7328B2045318}" srcOrd="7" destOrd="0" presId="urn:microsoft.com/office/officeart/2005/8/layout/radial5"/>
    <dgm:cxn modelId="{F4D4D4C3-C7FC-4F54-881F-ADEB8AA5DB7A}" type="presParOf" srcId="{800FA2E5-D117-4B9E-A7F5-7328B2045318}" destId="{F1A3E2F8-0F41-4330-8BDF-A85984E16929}" srcOrd="0" destOrd="0" presId="urn:microsoft.com/office/officeart/2005/8/layout/radial5"/>
    <dgm:cxn modelId="{FE6555DF-FD80-47DC-AB3D-F3ED19827F7E}" type="presParOf" srcId="{76F510DD-75DC-4307-8DF4-796AEFBB4B2B}" destId="{C8AE3088-D29F-4ACC-A0FE-315DC793B942}" srcOrd="8" destOrd="0" presId="urn:microsoft.com/office/officeart/2005/8/layout/radial5"/>
  </dgm:cxnLst>
  <dgm:bg>
    <a:solidFill>
      <a:schemeClr val="accent5">
        <a:lumMod val="20000"/>
        <a:lumOff val="80000"/>
      </a:schemeClr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1233AD-B116-4AE1-B3CE-CE4FD56E6D6E}" type="doc">
      <dgm:prSet loTypeId="urn:microsoft.com/office/officeart/2005/8/layout/chevron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0838E98D-DA73-4ACC-8B18-4150A00BF9F7}">
      <dgm:prSet phldrT="[Text]"/>
      <dgm:spPr/>
      <dgm:t>
        <a:bodyPr/>
        <a:lstStyle/>
        <a:p>
          <a:r>
            <a:rPr lang="en-US" dirty="0"/>
            <a:t>Some Features Present Only One Dataset(like Markdown , UPI , temperature, Fuel)</a:t>
          </a:r>
          <a:endParaRPr lang="en-IN" dirty="0"/>
        </a:p>
      </dgm:t>
    </dgm:pt>
    <dgm:pt modelId="{0DB229B9-88AA-4C1B-8C67-74F4963079A6}" type="parTrans" cxnId="{2FF80D1D-6784-48B9-A4A5-7084E5EEC74A}">
      <dgm:prSet/>
      <dgm:spPr/>
      <dgm:t>
        <a:bodyPr/>
        <a:lstStyle/>
        <a:p>
          <a:endParaRPr lang="en-IN"/>
        </a:p>
      </dgm:t>
    </dgm:pt>
    <dgm:pt modelId="{1BEAA61B-6EE9-4161-87B0-033A2BB0A64C}" type="sibTrans" cxnId="{2FF80D1D-6784-48B9-A4A5-7084E5EEC74A}">
      <dgm:prSet/>
      <dgm:spPr/>
      <dgm:t>
        <a:bodyPr/>
        <a:lstStyle/>
        <a:p>
          <a:endParaRPr lang="en-IN"/>
        </a:p>
      </dgm:t>
    </dgm:pt>
    <dgm:pt modelId="{BF780E9F-8BE0-427E-8516-90DC81F6C229}">
      <dgm:prSet phldrT="[Text]"/>
      <dgm:spPr/>
      <dgm:t>
        <a:bodyPr/>
        <a:lstStyle/>
        <a:p>
          <a:r>
            <a:rPr lang="en-US" dirty="0"/>
            <a:t>NULL VALUES</a:t>
          </a:r>
          <a:endParaRPr lang="en-IN" dirty="0"/>
        </a:p>
      </dgm:t>
    </dgm:pt>
    <dgm:pt modelId="{D1C647E6-A77A-495B-9AB1-E96A6B292394}" type="parTrans" cxnId="{5C6BA0D6-8973-40FB-B289-DBC3EC298167}">
      <dgm:prSet/>
      <dgm:spPr/>
      <dgm:t>
        <a:bodyPr/>
        <a:lstStyle/>
        <a:p>
          <a:endParaRPr lang="en-IN"/>
        </a:p>
      </dgm:t>
    </dgm:pt>
    <dgm:pt modelId="{B5B80513-106B-4AE4-984A-3C4040A39CD9}" type="sibTrans" cxnId="{5C6BA0D6-8973-40FB-B289-DBC3EC298167}">
      <dgm:prSet/>
      <dgm:spPr/>
      <dgm:t>
        <a:bodyPr/>
        <a:lstStyle/>
        <a:p>
          <a:endParaRPr lang="en-IN"/>
        </a:p>
      </dgm:t>
    </dgm:pt>
    <dgm:pt modelId="{A61F868C-0E1C-4530-809D-7C13ADC05EB4}">
      <dgm:prSet phldrT="[Text]"/>
      <dgm:spPr/>
      <dgm:t>
        <a:bodyPr/>
        <a:lstStyle/>
        <a:p>
          <a:r>
            <a:rPr lang="en-US" dirty="0"/>
            <a:t>Null values seen in many columns but promotions had the maximum number of null values(markdown is </a:t>
          </a:r>
          <a:r>
            <a:rPr lang="en-US" b="0" i="0" dirty="0"/>
            <a:t>promotional discounts or reductions in the prices of products or items offered by a retail store)</a:t>
          </a:r>
          <a:endParaRPr lang="en-IN" dirty="0"/>
        </a:p>
      </dgm:t>
    </dgm:pt>
    <dgm:pt modelId="{CEB6E035-16F8-4ADC-9A7C-590CFB4D6E94}" type="parTrans" cxnId="{D5EB6D5D-1AFB-42BF-A095-0E0CFF1AA823}">
      <dgm:prSet/>
      <dgm:spPr/>
      <dgm:t>
        <a:bodyPr/>
        <a:lstStyle/>
        <a:p>
          <a:endParaRPr lang="en-IN"/>
        </a:p>
      </dgm:t>
    </dgm:pt>
    <dgm:pt modelId="{2744CF40-2170-4E0F-939F-5F6444D97AB1}" type="sibTrans" cxnId="{D5EB6D5D-1AFB-42BF-A095-0E0CFF1AA823}">
      <dgm:prSet/>
      <dgm:spPr/>
      <dgm:t>
        <a:bodyPr/>
        <a:lstStyle/>
        <a:p>
          <a:endParaRPr lang="en-IN"/>
        </a:p>
      </dgm:t>
    </dgm:pt>
    <dgm:pt modelId="{46DEAF77-3993-4E05-8FD8-E1D5870BF207}">
      <dgm:prSet phldrT="[Text]"/>
      <dgm:spPr/>
      <dgm:t>
        <a:bodyPr/>
        <a:lstStyle/>
        <a:p>
          <a:r>
            <a:rPr lang="en-US" dirty="0"/>
            <a:t>DATATYPES </a:t>
          </a:r>
          <a:endParaRPr lang="en-IN" dirty="0"/>
        </a:p>
      </dgm:t>
    </dgm:pt>
    <dgm:pt modelId="{8BAC1E0E-E46A-4495-83D3-932F8CB7E1E3}" type="parTrans" cxnId="{517E5694-86C9-4CE3-9CA3-BAF1EDB2A34C}">
      <dgm:prSet/>
      <dgm:spPr/>
      <dgm:t>
        <a:bodyPr/>
        <a:lstStyle/>
        <a:p>
          <a:endParaRPr lang="en-IN"/>
        </a:p>
      </dgm:t>
    </dgm:pt>
    <dgm:pt modelId="{B6936F08-B77E-44AC-A090-12D4049EA47D}" type="sibTrans" cxnId="{517E5694-86C9-4CE3-9CA3-BAF1EDB2A34C}">
      <dgm:prSet/>
      <dgm:spPr/>
      <dgm:t>
        <a:bodyPr/>
        <a:lstStyle/>
        <a:p>
          <a:endParaRPr lang="en-IN"/>
        </a:p>
      </dgm:t>
    </dgm:pt>
    <dgm:pt modelId="{CD7502C7-E1F1-4B72-9BBA-D11E9242C069}">
      <dgm:prSet phldrT="[Text]"/>
      <dgm:spPr/>
      <dgm:t>
        <a:bodyPr/>
        <a:lstStyle/>
        <a:p>
          <a:r>
            <a:rPr lang="en-US" dirty="0"/>
            <a:t>Mostly numerical and a date column as object(is </a:t>
          </a:r>
          <a:r>
            <a:rPr lang="en-US" b="0" i="0" dirty="0"/>
            <a:t>converted into actual date and time values. That helps to perform date-based operations on the "Date" column, such as extracting specific date components (year, month, day) or comparing dates.)</a:t>
          </a:r>
          <a:endParaRPr lang="en-IN" dirty="0"/>
        </a:p>
      </dgm:t>
    </dgm:pt>
    <dgm:pt modelId="{2405E700-ECD1-4DBB-BD08-B06202214972}" type="parTrans" cxnId="{A4980329-5D82-4EF4-97FA-F97BEBA40D04}">
      <dgm:prSet/>
      <dgm:spPr/>
      <dgm:t>
        <a:bodyPr/>
        <a:lstStyle/>
        <a:p>
          <a:endParaRPr lang="en-IN"/>
        </a:p>
      </dgm:t>
    </dgm:pt>
    <dgm:pt modelId="{A5E16D63-7567-4A70-997E-1717583B0C6E}" type="sibTrans" cxnId="{A4980329-5D82-4EF4-97FA-F97BEBA40D04}">
      <dgm:prSet/>
      <dgm:spPr/>
      <dgm:t>
        <a:bodyPr/>
        <a:lstStyle/>
        <a:p>
          <a:endParaRPr lang="en-IN"/>
        </a:p>
      </dgm:t>
    </dgm:pt>
    <dgm:pt modelId="{6747EE07-2B7D-4CEE-B13D-EA490777EAA9}">
      <dgm:prSet phldrT="[Text]"/>
      <dgm:spPr/>
      <dgm:t>
        <a:bodyPr/>
        <a:lstStyle/>
        <a:p>
          <a:r>
            <a:rPr lang="en-US" dirty="0"/>
            <a:t>Common Columns In Datasets(date ,store, holiday Weeks)</a:t>
          </a:r>
          <a:endParaRPr lang="en-IN" dirty="0"/>
        </a:p>
      </dgm:t>
    </dgm:pt>
    <dgm:pt modelId="{05CDCD97-075A-47A2-8514-7E0ADCD29CA2}" type="sibTrans" cxnId="{3DBB28D7-7846-4ED1-9163-569C582FB6D4}">
      <dgm:prSet/>
      <dgm:spPr/>
      <dgm:t>
        <a:bodyPr/>
        <a:lstStyle/>
        <a:p>
          <a:endParaRPr lang="en-IN"/>
        </a:p>
      </dgm:t>
    </dgm:pt>
    <dgm:pt modelId="{10027E94-DD3B-458A-BDD5-B91FFF6ECD3F}" type="parTrans" cxnId="{3DBB28D7-7846-4ED1-9163-569C582FB6D4}">
      <dgm:prSet/>
      <dgm:spPr/>
      <dgm:t>
        <a:bodyPr/>
        <a:lstStyle/>
        <a:p>
          <a:endParaRPr lang="en-IN"/>
        </a:p>
      </dgm:t>
    </dgm:pt>
    <dgm:pt modelId="{A3F6DE01-F829-4482-A941-8A04D363EA71}">
      <dgm:prSet phldrT="[Text]"/>
      <dgm:spPr/>
      <dgm:t>
        <a:bodyPr/>
        <a:lstStyle/>
        <a:p>
          <a:r>
            <a:rPr lang="en-US" dirty="0"/>
            <a:t>DATA SETS</a:t>
          </a:r>
          <a:endParaRPr lang="en-IN" dirty="0"/>
        </a:p>
      </dgm:t>
    </dgm:pt>
    <dgm:pt modelId="{E1298DC0-FE05-44AB-991E-C8B6381EFD42}" type="sibTrans" cxnId="{BFB7B865-6869-481C-83FA-A43D6F02BCF2}">
      <dgm:prSet/>
      <dgm:spPr/>
      <dgm:t>
        <a:bodyPr/>
        <a:lstStyle/>
        <a:p>
          <a:endParaRPr lang="en-IN"/>
        </a:p>
      </dgm:t>
    </dgm:pt>
    <dgm:pt modelId="{412AE5E9-2309-49C2-93A3-DA40359887C4}" type="parTrans" cxnId="{BFB7B865-6869-481C-83FA-A43D6F02BCF2}">
      <dgm:prSet/>
      <dgm:spPr/>
      <dgm:t>
        <a:bodyPr/>
        <a:lstStyle/>
        <a:p>
          <a:endParaRPr lang="en-IN"/>
        </a:p>
      </dgm:t>
    </dgm:pt>
    <dgm:pt modelId="{AB75DA8D-4D41-44C7-A35A-22AEDFE2F62B}" type="pres">
      <dgm:prSet presAssocID="{8B1233AD-B116-4AE1-B3CE-CE4FD56E6D6E}" presName="linearFlow" presStyleCnt="0">
        <dgm:presLayoutVars>
          <dgm:dir/>
          <dgm:animLvl val="lvl"/>
          <dgm:resizeHandles val="exact"/>
        </dgm:presLayoutVars>
      </dgm:prSet>
      <dgm:spPr/>
    </dgm:pt>
    <dgm:pt modelId="{661E078A-A90F-4F80-AA92-9907282D4499}" type="pres">
      <dgm:prSet presAssocID="{A3F6DE01-F829-4482-A941-8A04D363EA71}" presName="composite" presStyleCnt="0"/>
      <dgm:spPr/>
    </dgm:pt>
    <dgm:pt modelId="{38C36C16-AFBE-4DEA-8AB6-56A7587EFA28}" type="pres">
      <dgm:prSet presAssocID="{A3F6DE01-F829-4482-A941-8A04D363EA71}" presName="parentText" presStyleLbl="alignNode1" presStyleIdx="0" presStyleCnt="3" custScaleX="109049" custScaleY="101524">
        <dgm:presLayoutVars>
          <dgm:chMax val="1"/>
          <dgm:bulletEnabled val="1"/>
        </dgm:presLayoutVars>
      </dgm:prSet>
      <dgm:spPr/>
    </dgm:pt>
    <dgm:pt modelId="{FAE6C09D-B6B0-4D2E-BD2F-22ED2AF5290D}" type="pres">
      <dgm:prSet presAssocID="{A3F6DE01-F829-4482-A941-8A04D363EA71}" presName="descendantText" presStyleLbl="alignAcc1" presStyleIdx="0" presStyleCnt="3">
        <dgm:presLayoutVars>
          <dgm:bulletEnabled val="1"/>
        </dgm:presLayoutVars>
      </dgm:prSet>
      <dgm:spPr/>
    </dgm:pt>
    <dgm:pt modelId="{8498055B-DF47-4DF1-949D-BAEE31A0FFF3}" type="pres">
      <dgm:prSet presAssocID="{E1298DC0-FE05-44AB-991E-C8B6381EFD42}" presName="sp" presStyleCnt="0"/>
      <dgm:spPr/>
    </dgm:pt>
    <dgm:pt modelId="{59E97910-CF3B-4131-B053-D513422B43B6}" type="pres">
      <dgm:prSet presAssocID="{BF780E9F-8BE0-427E-8516-90DC81F6C229}" presName="composite" presStyleCnt="0"/>
      <dgm:spPr/>
    </dgm:pt>
    <dgm:pt modelId="{C9FC8165-DE03-4CB6-9174-AC4193E752C9}" type="pres">
      <dgm:prSet presAssocID="{BF780E9F-8BE0-427E-8516-90DC81F6C229}" presName="parentText" presStyleLbl="alignNode1" presStyleIdx="1" presStyleCnt="3" custLinFactNeighborX="-639" custLinFactNeighborY="-1285">
        <dgm:presLayoutVars>
          <dgm:chMax val="1"/>
          <dgm:bulletEnabled val="1"/>
        </dgm:presLayoutVars>
      </dgm:prSet>
      <dgm:spPr/>
    </dgm:pt>
    <dgm:pt modelId="{9C1C4588-B16D-44E2-A84F-440D74050112}" type="pres">
      <dgm:prSet presAssocID="{BF780E9F-8BE0-427E-8516-90DC81F6C229}" presName="descendantText" presStyleLbl="alignAcc1" presStyleIdx="1" presStyleCnt="3">
        <dgm:presLayoutVars>
          <dgm:bulletEnabled val="1"/>
        </dgm:presLayoutVars>
      </dgm:prSet>
      <dgm:spPr/>
    </dgm:pt>
    <dgm:pt modelId="{ED17DD0A-EF55-494A-9CE8-FF3A4AABA5D6}" type="pres">
      <dgm:prSet presAssocID="{B5B80513-106B-4AE4-984A-3C4040A39CD9}" presName="sp" presStyleCnt="0"/>
      <dgm:spPr/>
    </dgm:pt>
    <dgm:pt modelId="{6311E660-D8BD-4F3C-B353-94DDF3A2F86D}" type="pres">
      <dgm:prSet presAssocID="{46DEAF77-3993-4E05-8FD8-E1D5870BF207}" presName="composite" presStyleCnt="0"/>
      <dgm:spPr/>
    </dgm:pt>
    <dgm:pt modelId="{402DB38A-D2E8-4295-8CBC-13CB233B2AC1}" type="pres">
      <dgm:prSet presAssocID="{46DEAF77-3993-4E05-8FD8-E1D5870BF207}" presName="parentText" presStyleLbl="alignNode1" presStyleIdx="2" presStyleCnt="3" custLinFactNeighborX="1277" custLinFactNeighborY="-894">
        <dgm:presLayoutVars>
          <dgm:chMax val="1"/>
          <dgm:bulletEnabled val="1"/>
        </dgm:presLayoutVars>
      </dgm:prSet>
      <dgm:spPr/>
    </dgm:pt>
    <dgm:pt modelId="{D9126528-E0C8-4C1E-87A6-2A9768ED7212}" type="pres">
      <dgm:prSet presAssocID="{46DEAF77-3993-4E05-8FD8-E1D5870BF207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2FF80D1D-6784-48B9-A4A5-7084E5EEC74A}" srcId="{A3F6DE01-F829-4482-A941-8A04D363EA71}" destId="{0838E98D-DA73-4ACC-8B18-4150A00BF9F7}" srcOrd="1" destOrd="0" parTransId="{0DB229B9-88AA-4C1B-8C67-74F4963079A6}" sibTransId="{1BEAA61B-6EE9-4161-87B0-033A2BB0A64C}"/>
    <dgm:cxn modelId="{D2B90C26-8A5C-4071-88D4-0F380B192A0F}" type="presOf" srcId="{6747EE07-2B7D-4CEE-B13D-EA490777EAA9}" destId="{FAE6C09D-B6B0-4D2E-BD2F-22ED2AF5290D}" srcOrd="0" destOrd="0" presId="urn:microsoft.com/office/officeart/2005/8/layout/chevron2"/>
    <dgm:cxn modelId="{A4980329-5D82-4EF4-97FA-F97BEBA40D04}" srcId="{46DEAF77-3993-4E05-8FD8-E1D5870BF207}" destId="{CD7502C7-E1F1-4B72-9BBA-D11E9242C069}" srcOrd="0" destOrd="0" parTransId="{2405E700-ECD1-4DBB-BD08-B06202214972}" sibTransId="{A5E16D63-7567-4A70-997E-1717583B0C6E}"/>
    <dgm:cxn modelId="{AF7BF029-1BEE-40C2-B418-04F1B270FC87}" type="presOf" srcId="{A61F868C-0E1C-4530-809D-7C13ADC05EB4}" destId="{9C1C4588-B16D-44E2-A84F-440D74050112}" srcOrd="0" destOrd="0" presId="urn:microsoft.com/office/officeart/2005/8/layout/chevron2"/>
    <dgm:cxn modelId="{638DE132-58C8-467C-A70F-59EACCD04669}" type="presOf" srcId="{A3F6DE01-F829-4482-A941-8A04D363EA71}" destId="{38C36C16-AFBE-4DEA-8AB6-56A7587EFA28}" srcOrd="0" destOrd="0" presId="urn:microsoft.com/office/officeart/2005/8/layout/chevron2"/>
    <dgm:cxn modelId="{3417D43B-FF77-46B6-8DE2-4D8BE582FB56}" type="presOf" srcId="{46DEAF77-3993-4E05-8FD8-E1D5870BF207}" destId="{402DB38A-D2E8-4295-8CBC-13CB233B2AC1}" srcOrd="0" destOrd="0" presId="urn:microsoft.com/office/officeart/2005/8/layout/chevron2"/>
    <dgm:cxn modelId="{D5EB6D5D-1AFB-42BF-A095-0E0CFF1AA823}" srcId="{BF780E9F-8BE0-427E-8516-90DC81F6C229}" destId="{A61F868C-0E1C-4530-809D-7C13ADC05EB4}" srcOrd="0" destOrd="0" parTransId="{CEB6E035-16F8-4ADC-9A7C-590CFB4D6E94}" sibTransId="{2744CF40-2170-4E0F-939F-5F6444D97AB1}"/>
    <dgm:cxn modelId="{BFB7B865-6869-481C-83FA-A43D6F02BCF2}" srcId="{8B1233AD-B116-4AE1-B3CE-CE4FD56E6D6E}" destId="{A3F6DE01-F829-4482-A941-8A04D363EA71}" srcOrd="0" destOrd="0" parTransId="{412AE5E9-2309-49C2-93A3-DA40359887C4}" sibTransId="{E1298DC0-FE05-44AB-991E-C8B6381EFD42}"/>
    <dgm:cxn modelId="{BBBEF17D-1C42-428F-AD31-86E3979E04DD}" type="presOf" srcId="{BF780E9F-8BE0-427E-8516-90DC81F6C229}" destId="{C9FC8165-DE03-4CB6-9174-AC4193E752C9}" srcOrd="0" destOrd="0" presId="urn:microsoft.com/office/officeart/2005/8/layout/chevron2"/>
    <dgm:cxn modelId="{A9863C8C-1612-4450-BCB7-94CE47DBABA4}" type="presOf" srcId="{0838E98D-DA73-4ACC-8B18-4150A00BF9F7}" destId="{FAE6C09D-B6B0-4D2E-BD2F-22ED2AF5290D}" srcOrd="0" destOrd="1" presId="urn:microsoft.com/office/officeart/2005/8/layout/chevron2"/>
    <dgm:cxn modelId="{517E5694-86C9-4CE3-9CA3-BAF1EDB2A34C}" srcId="{8B1233AD-B116-4AE1-B3CE-CE4FD56E6D6E}" destId="{46DEAF77-3993-4E05-8FD8-E1D5870BF207}" srcOrd="2" destOrd="0" parTransId="{8BAC1E0E-E46A-4495-83D3-932F8CB7E1E3}" sibTransId="{B6936F08-B77E-44AC-A090-12D4049EA47D}"/>
    <dgm:cxn modelId="{6D532CA6-811F-491A-8D95-2BE22C87D8CC}" type="presOf" srcId="{8B1233AD-B116-4AE1-B3CE-CE4FD56E6D6E}" destId="{AB75DA8D-4D41-44C7-A35A-22AEDFE2F62B}" srcOrd="0" destOrd="0" presId="urn:microsoft.com/office/officeart/2005/8/layout/chevron2"/>
    <dgm:cxn modelId="{A78680B3-A0B8-4437-A89F-BD76B0188087}" type="presOf" srcId="{CD7502C7-E1F1-4B72-9BBA-D11E9242C069}" destId="{D9126528-E0C8-4C1E-87A6-2A9768ED7212}" srcOrd="0" destOrd="0" presId="urn:microsoft.com/office/officeart/2005/8/layout/chevron2"/>
    <dgm:cxn modelId="{5C6BA0D6-8973-40FB-B289-DBC3EC298167}" srcId="{8B1233AD-B116-4AE1-B3CE-CE4FD56E6D6E}" destId="{BF780E9F-8BE0-427E-8516-90DC81F6C229}" srcOrd="1" destOrd="0" parTransId="{D1C647E6-A77A-495B-9AB1-E96A6B292394}" sibTransId="{B5B80513-106B-4AE4-984A-3C4040A39CD9}"/>
    <dgm:cxn modelId="{3DBB28D7-7846-4ED1-9163-569C582FB6D4}" srcId="{A3F6DE01-F829-4482-A941-8A04D363EA71}" destId="{6747EE07-2B7D-4CEE-B13D-EA490777EAA9}" srcOrd="0" destOrd="0" parTransId="{10027E94-DD3B-458A-BDD5-B91FFF6ECD3F}" sibTransId="{05CDCD97-075A-47A2-8514-7E0ADCD29CA2}"/>
    <dgm:cxn modelId="{53355ED5-09B9-4C73-B1D2-17F4CD200F68}" type="presParOf" srcId="{AB75DA8D-4D41-44C7-A35A-22AEDFE2F62B}" destId="{661E078A-A90F-4F80-AA92-9907282D4499}" srcOrd="0" destOrd="0" presId="urn:microsoft.com/office/officeart/2005/8/layout/chevron2"/>
    <dgm:cxn modelId="{5B3D5EC0-FA6E-4D94-8845-3D4CF817C025}" type="presParOf" srcId="{661E078A-A90F-4F80-AA92-9907282D4499}" destId="{38C36C16-AFBE-4DEA-8AB6-56A7587EFA28}" srcOrd="0" destOrd="0" presId="urn:microsoft.com/office/officeart/2005/8/layout/chevron2"/>
    <dgm:cxn modelId="{20AA88DA-DE1E-490D-8EA8-DDD998A4663F}" type="presParOf" srcId="{661E078A-A90F-4F80-AA92-9907282D4499}" destId="{FAE6C09D-B6B0-4D2E-BD2F-22ED2AF5290D}" srcOrd="1" destOrd="0" presId="urn:microsoft.com/office/officeart/2005/8/layout/chevron2"/>
    <dgm:cxn modelId="{66211575-1FD4-415A-9F42-3B4DFA0159BA}" type="presParOf" srcId="{AB75DA8D-4D41-44C7-A35A-22AEDFE2F62B}" destId="{8498055B-DF47-4DF1-949D-BAEE31A0FFF3}" srcOrd="1" destOrd="0" presId="urn:microsoft.com/office/officeart/2005/8/layout/chevron2"/>
    <dgm:cxn modelId="{1B635C51-8F46-4C94-890D-10ADDFA81070}" type="presParOf" srcId="{AB75DA8D-4D41-44C7-A35A-22AEDFE2F62B}" destId="{59E97910-CF3B-4131-B053-D513422B43B6}" srcOrd="2" destOrd="0" presId="urn:microsoft.com/office/officeart/2005/8/layout/chevron2"/>
    <dgm:cxn modelId="{9C3D38EA-1D30-4168-A4EA-8FED8F9871B1}" type="presParOf" srcId="{59E97910-CF3B-4131-B053-D513422B43B6}" destId="{C9FC8165-DE03-4CB6-9174-AC4193E752C9}" srcOrd="0" destOrd="0" presId="urn:microsoft.com/office/officeart/2005/8/layout/chevron2"/>
    <dgm:cxn modelId="{9330D3CD-07A2-4132-97EA-6A648AE9E749}" type="presParOf" srcId="{59E97910-CF3B-4131-B053-D513422B43B6}" destId="{9C1C4588-B16D-44E2-A84F-440D74050112}" srcOrd="1" destOrd="0" presId="urn:microsoft.com/office/officeart/2005/8/layout/chevron2"/>
    <dgm:cxn modelId="{66122266-8AEA-436C-8C8D-565355DF0219}" type="presParOf" srcId="{AB75DA8D-4D41-44C7-A35A-22AEDFE2F62B}" destId="{ED17DD0A-EF55-494A-9CE8-FF3A4AABA5D6}" srcOrd="3" destOrd="0" presId="urn:microsoft.com/office/officeart/2005/8/layout/chevron2"/>
    <dgm:cxn modelId="{B2EA38EC-58CA-445E-9B1F-15CEB05B9864}" type="presParOf" srcId="{AB75DA8D-4D41-44C7-A35A-22AEDFE2F62B}" destId="{6311E660-D8BD-4F3C-B353-94DDF3A2F86D}" srcOrd="4" destOrd="0" presId="urn:microsoft.com/office/officeart/2005/8/layout/chevron2"/>
    <dgm:cxn modelId="{A2D1A946-650F-4422-89A0-41ACECD4770D}" type="presParOf" srcId="{6311E660-D8BD-4F3C-B353-94DDF3A2F86D}" destId="{402DB38A-D2E8-4295-8CBC-13CB233B2AC1}" srcOrd="0" destOrd="0" presId="urn:microsoft.com/office/officeart/2005/8/layout/chevron2"/>
    <dgm:cxn modelId="{518A1909-AE9C-42EF-9153-5F115837D99E}" type="presParOf" srcId="{6311E660-D8BD-4F3C-B353-94DDF3A2F86D}" destId="{D9126528-E0C8-4C1E-87A6-2A9768ED7212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87A1F8-276D-4D32-8B4E-D5AE2869F062}" type="doc">
      <dgm:prSet loTypeId="urn:microsoft.com/office/officeart/2005/8/layout/lProcess2" loCatId="list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F0791037-FC31-4E1E-BC6E-76F4C532EC77}">
      <dgm:prSet phldrT="[Text]"/>
      <dgm:spPr/>
      <dgm:t>
        <a:bodyPr/>
        <a:lstStyle/>
        <a:p>
          <a:r>
            <a:rPr lang="en-US" dirty="0"/>
            <a:t>Understanding data</a:t>
          </a:r>
          <a:endParaRPr lang="en-IN" dirty="0"/>
        </a:p>
      </dgm:t>
    </dgm:pt>
    <dgm:pt modelId="{4CAD4910-9567-4F24-A8C1-7E77A37EA69C}" type="parTrans" cxnId="{3AB4EE70-0DA3-4973-B01D-804C92A273AD}">
      <dgm:prSet/>
      <dgm:spPr/>
      <dgm:t>
        <a:bodyPr/>
        <a:lstStyle/>
        <a:p>
          <a:endParaRPr lang="en-IN"/>
        </a:p>
      </dgm:t>
    </dgm:pt>
    <dgm:pt modelId="{B11A1C8B-7F64-4B6E-9243-B66D73517C0A}" type="sibTrans" cxnId="{3AB4EE70-0DA3-4973-B01D-804C92A273AD}">
      <dgm:prSet/>
      <dgm:spPr/>
      <dgm:t>
        <a:bodyPr/>
        <a:lstStyle/>
        <a:p>
          <a:endParaRPr lang="en-IN"/>
        </a:p>
      </dgm:t>
    </dgm:pt>
    <dgm:pt modelId="{A521F9B8-48A8-4A22-B4C1-946EF9E21808}">
      <dgm:prSet phldrT="[Text]"/>
      <dgm:spPr/>
      <dgm:t>
        <a:bodyPr/>
        <a:lstStyle/>
        <a:p>
          <a:r>
            <a:rPr lang="en-US" dirty="0"/>
            <a:t>Merging data using join to get one table with desired columns </a:t>
          </a:r>
          <a:endParaRPr lang="en-IN" dirty="0"/>
        </a:p>
      </dgm:t>
    </dgm:pt>
    <dgm:pt modelId="{BA2D4053-63FA-48DB-8786-D984AACCDDCC}" type="parTrans" cxnId="{E0FCA832-6E0B-47EA-AA1C-7698E5E2FB87}">
      <dgm:prSet/>
      <dgm:spPr/>
      <dgm:t>
        <a:bodyPr/>
        <a:lstStyle/>
        <a:p>
          <a:endParaRPr lang="en-IN"/>
        </a:p>
      </dgm:t>
    </dgm:pt>
    <dgm:pt modelId="{55F9A7B1-1BF6-4243-9AEA-B65281BBFB78}" type="sibTrans" cxnId="{E0FCA832-6E0B-47EA-AA1C-7698E5E2FB87}">
      <dgm:prSet/>
      <dgm:spPr/>
      <dgm:t>
        <a:bodyPr/>
        <a:lstStyle/>
        <a:p>
          <a:endParaRPr lang="en-IN"/>
        </a:p>
      </dgm:t>
    </dgm:pt>
    <dgm:pt modelId="{857D833D-2CA7-49F6-9067-FBD214D5E7E9}">
      <dgm:prSet phldrT="[Text]"/>
      <dgm:spPr/>
      <dgm:t>
        <a:bodyPr/>
        <a:lstStyle/>
        <a:p>
          <a:r>
            <a:rPr lang="en-US" dirty="0"/>
            <a:t>Reducing null values(but not of promotions which remained same)</a:t>
          </a:r>
          <a:endParaRPr lang="en-IN" dirty="0"/>
        </a:p>
      </dgm:t>
    </dgm:pt>
    <dgm:pt modelId="{D1257C82-C395-47D4-82C6-C5C173DAA20B}" type="parTrans" cxnId="{A1643CBA-9B73-4D04-9F2E-DD0EE902727D}">
      <dgm:prSet/>
      <dgm:spPr/>
      <dgm:t>
        <a:bodyPr/>
        <a:lstStyle/>
        <a:p>
          <a:endParaRPr lang="en-IN"/>
        </a:p>
      </dgm:t>
    </dgm:pt>
    <dgm:pt modelId="{55016753-8670-43A0-A6B7-35BFC498B071}" type="sibTrans" cxnId="{A1643CBA-9B73-4D04-9F2E-DD0EE902727D}">
      <dgm:prSet/>
      <dgm:spPr/>
      <dgm:t>
        <a:bodyPr/>
        <a:lstStyle/>
        <a:p>
          <a:endParaRPr lang="en-IN"/>
        </a:p>
      </dgm:t>
    </dgm:pt>
    <dgm:pt modelId="{5352F1F4-CD24-4CB8-B397-6B02F0A8D3E1}">
      <dgm:prSet phldrT="[Text]"/>
      <dgm:spPr/>
      <dgm:t>
        <a:bodyPr/>
        <a:lstStyle/>
        <a:p>
          <a:endParaRPr lang="en-IN" dirty="0"/>
        </a:p>
      </dgm:t>
    </dgm:pt>
    <dgm:pt modelId="{07F28C95-3216-4B35-B1DE-AFDD44D94DE0}" type="sibTrans" cxnId="{C502F70E-7A10-45D5-B311-FF19BB75EAA7}">
      <dgm:prSet/>
      <dgm:spPr/>
      <dgm:t>
        <a:bodyPr/>
        <a:lstStyle/>
        <a:p>
          <a:endParaRPr lang="en-IN"/>
        </a:p>
      </dgm:t>
    </dgm:pt>
    <dgm:pt modelId="{167F6FA2-40AE-4AA5-A449-4237B694CB4D}" type="parTrans" cxnId="{C502F70E-7A10-45D5-B311-FF19BB75EAA7}">
      <dgm:prSet/>
      <dgm:spPr/>
      <dgm:t>
        <a:bodyPr/>
        <a:lstStyle/>
        <a:p>
          <a:endParaRPr lang="en-IN"/>
        </a:p>
      </dgm:t>
    </dgm:pt>
    <dgm:pt modelId="{3CBD9872-F294-417F-A16C-1CC8586F54D2}" type="pres">
      <dgm:prSet presAssocID="{8287A1F8-276D-4D32-8B4E-D5AE2869F062}" presName="theList" presStyleCnt="0">
        <dgm:presLayoutVars>
          <dgm:dir/>
          <dgm:animLvl val="lvl"/>
          <dgm:resizeHandles val="exact"/>
        </dgm:presLayoutVars>
      </dgm:prSet>
      <dgm:spPr/>
    </dgm:pt>
    <dgm:pt modelId="{E371BE07-E081-4494-B06C-06377EEC0C05}" type="pres">
      <dgm:prSet presAssocID="{F0791037-FC31-4E1E-BC6E-76F4C532EC77}" presName="compNode" presStyleCnt="0"/>
      <dgm:spPr/>
    </dgm:pt>
    <dgm:pt modelId="{70B93B0A-3A13-462B-94CE-F5169094E5D5}" type="pres">
      <dgm:prSet presAssocID="{F0791037-FC31-4E1E-BC6E-76F4C532EC77}" presName="aNode" presStyleLbl="bgShp" presStyleIdx="0" presStyleCnt="2" custScaleX="72966" custScaleY="100000"/>
      <dgm:spPr/>
    </dgm:pt>
    <dgm:pt modelId="{AFF1B20E-E183-4435-BC62-F3B3C41BE1BB}" type="pres">
      <dgm:prSet presAssocID="{F0791037-FC31-4E1E-BC6E-76F4C532EC77}" presName="textNode" presStyleLbl="bgShp" presStyleIdx="0" presStyleCnt="2"/>
      <dgm:spPr/>
    </dgm:pt>
    <dgm:pt modelId="{27AD89D0-8F6F-4358-AA3F-9DC7307DDA7C}" type="pres">
      <dgm:prSet presAssocID="{F0791037-FC31-4E1E-BC6E-76F4C532EC77}" presName="compChildNode" presStyleCnt="0"/>
      <dgm:spPr/>
    </dgm:pt>
    <dgm:pt modelId="{DD38A216-DB94-4CE3-AF96-1F2C20DC3ACA}" type="pres">
      <dgm:prSet presAssocID="{F0791037-FC31-4E1E-BC6E-76F4C532EC77}" presName="theInnerList" presStyleCnt="0"/>
      <dgm:spPr/>
    </dgm:pt>
    <dgm:pt modelId="{6CAC6950-B812-49FB-9485-B552609054C5}" type="pres">
      <dgm:prSet presAssocID="{A521F9B8-48A8-4A22-B4C1-946EF9E21808}" presName="childNode" presStyleLbl="node1" presStyleIdx="0" presStyleCnt="2" custScaleX="81151" custScaleY="41073" custLinFactNeighborX="-3441" custLinFactNeighborY="-34972">
        <dgm:presLayoutVars>
          <dgm:bulletEnabled val="1"/>
        </dgm:presLayoutVars>
      </dgm:prSet>
      <dgm:spPr/>
    </dgm:pt>
    <dgm:pt modelId="{7100C282-0BFD-472B-B56E-CC603926D345}" type="pres">
      <dgm:prSet presAssocID="{F0791037-FC31-4E1E-BC6E-76F4C532EC77}" presName="aSpace" presStyleCnt="0"/>
      <dgm:spPr/>
    </dgm:pt>
    <dgm:pt modelId="{A698133B-6465-4CD7-9A06-41446308166D}" type="pres">
      <dgm:prSet presAssocID="{857D833D-2CA7-49F6-9067-FBD214D5E7E9}" presName="compNode" presStyleCnt="0"/>
      <dgm:spPr/>
    </dgm:pt>
    <dgm:pt modelId="{48E297C6-6013-4E3D-BBF7-994711D96CE6}" type="pres">
      <dgm:prSet presAssocID="{857D833D-2CA7-49F6-9067-FBD214D5E7E9}" presName="aNode" presStyleLbl="bgShp" presStyleIdx="1" presStyleCnt="2" custScaleX="137512"/>
      <dgm:spPr/>
    </dgm:pt>
    <dgm:pt modelId="{E6551D3C-B01E-4467-9C6C-F02E596F6E47}" type="pres">
      <dgm:prSet presAssocID="{857D833D-2CA7-49F6-9067-FBD214D5E7E9}" presName="textNode" presStyleLbl="bgShp" presStyleIdx="1" presStyleCnt="2"/>
      <dgm:spPr/>
    </dgm:pt>
    <dgm:pt modelId="{DE7173C0-6B25-469B-BFA2-FB36C63E3536}" type="pres">
      <dgm:prSet presAssocID="{857D833D-2CA7-49F6-9067-FBD214D5E7E9}" presName="compChildNode" presStyleCnt="0"/>
      <dgm:spPr/>
    </dgm:pt>
    <dgm:pt modelId="{D868B86A-B7E2-4D51-90F3-72EC53CACEFE}" type="pres">
      <dgm:prSet presAssocID="{857D833D-2CA7-49F6-9067-FBD214D5E7E9}" presName="theInnerList" presStyleCnt="0"/>
      <dgm:spPr/>
    </dgm:pt>
    <dgm:pt modelId="{8A2A316B-3CF4-4C5F-890B-4E54AAEBB6FE}" type="pres">
      <dgm:prSet presAssocID="{5352F1F4-CD24-4CB8-B397-6B02F0A8D3E1}" presName="childNode" presStyleLbl="node1" presStyleIdx="1" presStyleCnt="2">
        <dgm:presLayoutVars>
          <dgm:bulletEnabled val="1"/>
        </dgm:presLayoutVars>
      </dgm:prSet>
      <dgm:spPr/>
    </dgm:pt>
  </dgm:ptLst>
  <dgm:cxnLst>
    <dgm:cxn modelId="{C502F70E-7A10-45D5-B311-FF19BB75EAA7}" srcId="{857D833D-2CA7-49F6-9067-FBD214D5E7E9}" destId="{5352F1F4-CD24-4CB8-B397-6B02F0A8D3E1}" srcOrd="0" destOrd="0" parTransId="{167F6FA2-40AE-4AA5-A449-4237B694CB4D}" sibTransId="{07F28C95-3216-4B35-B1DE-AFDD44D94DE0}"/>
    <dgm:cxn modelId="{D0907F14-0FC7-4310-9CBE-D31E7372E37C}" type="presOf" srcId="{5352F1F4-CD24-4CB8-B397-6B02F0A8D3E1}" destId="{8A2A316B-3CF4-4C5F-890B-4E54AAEBB6FE}" srcOrd="0" destOrd="0" presId="urn:microsoft.com/office/officeart/2005/8/layout/lProcess2"/>
    <dgm:cxn modelId="{E0FCA832-6E0B-47EA-AA1C-7698E5E2FB87}" srcId="{F0791037-FC31-4E1E-BC6E-76F4C532EC77}" destId="{A521F9B8-48A8-4A22-B4C1-946EF9E21808}" srcOrd="0" destOrd="0" parTransId="{BA2D4053-63FA-48DB-8786-D984AACCDDCC}" sibTransId="{55F9A7B1-1BF6-4243-9AEA-B65281BBFB78}"/>
    <dgm:cxn modelId="{9494B55C-6960-4B30-BE9E-A6456BE5846E}" type="presOf" srcId="{857D833D-2CA7-49F6-9067-FBD214D5E7E9}" destId="{48E297C6-6013-4E3D-BBF7-994711D96CE6}" srcOrd="0" destOrd="0" presId="urn:microsoft.com/office/officeart/2005/8/layout/lProcess2"/>
    <dgm:cxn modelId="{3AB4EE70-0DA3-4973-B01D-804C92A273AD}" srcId="{8287A1F8-276D-4D32-8B4E-D5AE2869F062}" destId="{F0791037-FC31-4E1E-BC6E-76F4C532EC77}" srcOrd="0" destOrd="0" parTransId="{4CAD4910-9567-4F24-A8C1-7E77A37EA69C}" sibTransId="{B11A1C8B-7F64-4B6E-9243-B66D73517C0A}"/>
    <dgm:cxn modelId="{C2E39B72-D8FF-4B8C-8765-F59BFEFAB756}" type="presOf" srcId="{F0791037-FC31-4E1E-BC6E-76F4C532EC77}" destId="{AFF1B20E-E183-4435-BC62-F3B3C41BE1BB}" srcOrd="1" destOrd="0" presId="urn:microsoft.com/office/officeart/2005/8/layout/lProcess2"/>
    <dgm:cxn modelId="{8C858FB7-BC92-4BCB-AB52-EBCB0D6BA93E}" type="presOf" srcId="{F0791037-FC31-4E1E-BC6E-76F4C532EC77}" destId="{70B93B0A-3A13-462B-94CE-F5169094E5D5}" srcOrd="0" destOrd="0" presId="urn:microsoft.com/office/officeart/2005/8/layout/lProcess2"/>
    <dgm:cxn modelId="{F6F26AB9-8CD6-4710-957F-F7C62C4CD6CF}" type="presOf" srcId="{8287A1F8-276D-4D32-8B4E-D5AE2869F062}" destId="{3CBD9872-F294-417F-A16C-1CC8586F54D2}" srcOrd="0" destOrd="0" presId="urn:microsoft.com/office/officeart/2005/8/layout/lProcess2"/>
    <dgm:cxn modelId="{A1643CBA-9B73-4D04-9F2E-DD0EE902727D}" srcId="{8287A1F8-276D-4D32-8B4E-D5AE2869F062}" destId="{857D833D-2CA7-49F6-9067-FBD214D5E7E9}" srcOrd="1" destOrd="0" parTransId="{D1257C82-C395-47D4-82C6-C5C173DAA20B}" sibTransId="{55016753-8670-43A0-A6B7-35BFC498B071}"/>
    <dgm:cxn modelId="{07D1B4C9-F8E5-47BD-807C-5CF974BDB1C0}" type="presOf" srcId="{A521F9B8-48A8-4A22-B4C1-946EF9E21808}" destId="{6CAC6950-B812-49FB-9485-B552609054C5}" srcOrd="0" destOrd="0" presId="urn:microsoft.com/office/officeart/2005/8/layout/lProcess2"/>
    <dgm:cxn modelId="{AFB40FEB-AC54-4BBF-947B-EFD6CFF92AEB}" type="presOf" srcId="{857D833D-2CA7-49F6-9067-FBD214D5E7E9}" destId="{E6551D3C-B01E-4467-9C6C-F02E596F6E47}" srcOrd="1" destOrd="0" presId="urn:microsoft.com/office/officeart/2005/8/layout/lProcess2"/>
    <dgm:cxn modelId="{D807D342-AD08-4B0E-9C9F-2DDF17A13FD6}" type="presParOf" srcId="{3CBD9872-F294-417F-A16C-1CC8586F54D2}" destId="{E371BE07-E081-4494-B06C-06377EEC0C05}" srcOrd="0" destOrd="0" presId="urn:microsoft.com/office/officeart/2005/8/layout/lProcess2"/>
    <dgm:cxn modelId="{7D16891F-A6AB-4D44-8639-507CA5207FA9}" type="presParOf" srcId="{E371BE07-E081-4494-B06C-06377EEC0C05}" destId="{70B93B0A-3A13-462B-94CE-F5169094E5D5}" srcOrd="0" destOrd="0" presId="urn:microsoft.com/office/officeart/2005/8/layout/lProcess2"/>
    <dgm:cxn modelId="{32FA43B4-EF81-4A7F-B0B8-5DAC711905F4}" type="presParOf" srcId="{E371BE07-E081-4494-B06C-06377EEC0C05}" destId="{AFF1B20E-E183-4435-BC62-F3B3C41BE1BB}" srcOrd="1" destOrd="0" presId="urn:microsoft.com/office/officeart/2005/8/layout/lProcess2"/>
    <dgm:cxn modelId="{7B827065-8010-4B5B-9FAB-60487345437E}" type="presParOf" srcId="{E371BE07-E081-4494-B06C-06377EEC0C05}" destId="{27AD89D0-8F6F-4358-AA3F-9DC7307DDA7C}" srcOrd="2" destOrd="0" presId="urn:microsoft.com/office/officeart/2005/8/layout/lProcess2"/>
    <dgm:cxn modelId="{34F7B6F7-3FE4-4BC3-AE5A-30E8578AB582}" type="presParOf" srcId="{27AD89D0-8F6F-4358-AA3F-9DC7307DDA7C}" destId="{DD38A216-DB94-4CE3-AF96-1F2C20DC3ACA}" srcOrd="0" destOrd="0" presId="urn:microsoft.com/office/officeart/2005/8/layout/lProcess2"/>
    <dgm:cxn modelId="{88DE271C-92DF-4D13-83E9-D465C69CFF76}" type="presParOf" srcId="{DD38A216-DB94-4CE3-AF96-1F2C20DC3ACA}" destId="{6CAC6950-B812-49FB-9485-B552609054C5}" srcOrd="0" destOrd="0" presId="urn:microsoft.com/office/officeart/2005/8/layout/lProcess2"/>
    <dgm:cxn modelId="{A9F9E3B9-363F-4AA5-B911-1131162668AE}" type="presParOf" srcId="{3CBD9872-F294-417F-A16C-1CC8586F54D2}" destId="{7100C282-0BFD-472B-B56E-CC603926D345}" srcOrd="1" destOrd="0" presId="urn:microsoft.com/office/officeart/2005/8/layout/lProcess2"/>
    <dgm:cxn modelId="{4E68651E-37C8-4BB1-9BE5-E35CC2CD9E9E}" type="presParOf" srcId="{3CBD9872-F294-417F-A16C-1CC8586F54D2}" destId="{A698133B-6465-4CD7-9A06-41446308166D}" srcOrd="2" destOrd="0" presId="urn:microsoft.com/office/officeart/2005/8/layout/lProcess2"/>
    <dgm:cxn modelId="{14BBEEA1-0201-48C9-BC20-A602D354D329}" type="presParOf" srcId="{A698133B-6465-4CD7-9A06-41446308166D}" destId="{48E297C6-6013-4E3D-BBF7-994711D96CE6}" srcOrd="0" destOrd="0" presId="urn:microsoft.com/office/officeart/2005/8/layout/lProcess2"/>
    <dgm:cxn modelId="{436B5114-E8FC-4195-B37B-B56F85F6BA71}" type="presParOf" srcId="{A698133B-6465-4CD7-9A06-41446308166D}" destId="{E6551D3C-B01E-4467-9C6C-F02E596F6E47}" srcOrd="1" destOrd="0" presId="urn:microsoft.com/office/officeart/2005/8/layout/lProcess2"/>
    <dgm:cxn modelId="{00864416-14EA-4FF2-B254-168CC057725A}" type="presParOf" srcId="{A698133B-6465-4CD7-9A06-41446308166D}" destId="{DE7173C0-6B25-469B-BFA2-FB36C63E3536}" srcOrd="2" destOrd="0" presId="urn:microsoft.com/office/officeart/2005/8/layout/lProcess2"/>
    <dgm:cxn modelId="{235AE12B-DD60-4D8B-B833-1B836822CFCE}" type="presParOf" srcId="{DE7173C0-6B25-469B-BFA2-FB36C63E3536}" destId="{D868B86A-B7E2-4D51-90F3-72EC53CACEFE}" srcOrd="0" destOrd="0" presId="urn:microsoft.com/office/officeart/2005/8/layout/lProcess2"/>
    <dgm:cxn modelId="{6534FACB-50B3-4E1B-A7CC-ABA545F6B372}" type="presParOf" srcId="{D868B86A-B7E2-4D51-90F3-72EC53CACEFE}" destId="{8A2A316B-3CF4-4C5F-890B-4E54AAEBB6FE}" srcOrd="0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5E51E1D-8BC8-4401-A5C1-B15E3EB873FF}" type="doc">
      <dgm:prSet loTypeId="urn:microsoft.com/office/officeart/2005/8/layout/lProcess3" loCatId="process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IN"/>
        </a:p>
      </dgm:t>
    </dgm:pt>
    <dgm:pt modelId="{61259470-0AA7-4B91-A64F-A902F1F7A616}">
      <dgm:prSet phldrT="[Text]"/>
      <dgm:spPr/>
      <dgm:t>
        <a:bodyPr/>
        <a:lstStyle/>
        <a:p>
          <a:r>
            <a:rPr lang="en-US" dirty="0"/>
            <a:t> </a:t>
          </a:r>
          <a:r>
            <a:rPr lang="en-US" dirty="0">
              <a:latin typeface="Comic Sans MS" panose="030F0702030302020204" pitchFamily="66" charset="0"/>
            </a:rPr>
            <a:t>Two columns of is holiday appear in the combined data </a:t>
          </a:r>
          <a:r>
            <a:rPr lang="en-US" dirty="0" err="1">
              <a:latin typeface="Comic Sans MS" panose="030F0702030302020204" pitchFamily="66" charset="0"/>
            </a:rPr>
            <a:t>frame,drop</a:t>
          </a:r>
          <a:r>
            <a:rPr lang="en-US" dirty="0">
              <a:latin typeface="Comic Sans MS" panose="030F0702030302020204" pitchFamily="66" charset="0"/>
            </a:rPr>
            <a:t> one of them after checking if they are same.</a:t>
          </a:r>
          <a:endParaRPr lang="en-IN" dirty="0">
            <a:latin typeface="Comic Sans MS" panose="030F0702030302020204" pitchFamily="66" charset="0"/>
          </a:endParaRPr>
        </a:p>
      </dgm:t>
    </dgm:pt>
    <dgm:pt modelId="{8DCE57D7-20E4-4883-9108-AC78834AB911}" type="parTrans" cxnId="{090D3693-E230-4712-9F0C-B46E5021C81C}">
      <dgm:prSet/>
      <dgm:spPr/>
      <dgm:t>
        <a:bodyPr/>
        <a:lstStyle/>
        <a:p>
          <a:endParaRPr lang="en-IN"/>
        </a:p>
      </dgm:t>
    </dgm:pt>
    <dgm:pt modelId="{F63B96D8-5D11-4F58-8935-DAE510BC1307}" type="sibTrans" cxnId="{090D3693-E230-4712-9F0C-B46E5021C81C}">
      <dgm:prSet/>
      <dgm:spPr/>
      <dgm:t>
        <a:bodyPr/>
        <a:lstStyle/>
        <a:p>
          <a:endParaRPr lang="en-IN"/>
        </a:p>
      </dgm:t>
    </dgm:pt>
    <dgm:pt modelId="{3C0CB291-6948-4292-BCCB-A900F8EDF46D}">
      <dgm:prSet phldrT="[Text]" custT="1"/>
      <dgm:spPr/>
      <dgm:t>
        <a:bodyPr/>
        <a:lstStyle/>
        <a:p>
          <a:r>
            <a:rPr lang="en-US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Change the names of the columns to lower case and remove white spaces</a:t>
          </a:r>
          <a:endParaRPr lang="en-IN" sz="1800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gm:t>
    </dgm:pt>
    <dgm:pt modelId="{2D974D0B-9B75-4AE0-8C4F-01DC8083E4D2}" type="parTrans" cxnId="{093ABC3B-55DB-44D8-8524-356DCCEF11BF}">
      <dgm:prSet/>
      <dgm:spPr/>
      <dgm:t>
        <a:bodyPr/>
        <a:lstStyle/>
        <a:p>
          <a:endParaRPr lang="en-IN"/>
        </a:p>
      </dgm:t>
    </dgm:pt>
    <dgm:pt modelId="{64E69896-B187-4750-B310-B28D558C293D}" type="sibTrans" cxnId="{093ABC3B-55DB-44D8-8524-356DCCEF11BF}">
      <dgm:prSet/>
      <dgm:spPr/>
      <dgm:t>
        <a:bodyPr/>
        <a:lstStyle/>
        <a:p>
          <a:endParaRPr lang="en-IN"/>
        </a:p>
      </dgm:t>
    </dgm:pt>
    <dgm:pt modelId="{1FA6BAA9-23AD-4302-A0C2-996FE8143DD3}">
      <dgm:prSet phldrT="[Text]"/>
      <dgm:spPr/>
      <dgm:t>
        <a:bodyPr/>
        <a:lstStyle/>
        <a:p>
          <a:r>
            <a:rPr lang="en-US" dirty="0"/>
            <a:t>Checking unique values/</a:t>
          </a:r>
          <a:r>
            <a:rPr lang="en-US" dirty="0" err="1"/>
            <a:t>NaN’s</a:t>
          </a:r>
          <a:r>
            <a:rPr lang="en-US" dirty="0"/>
            <a:t> in all columns</a:t>
          </a:r>
          <a:endParaRPr lang="en-IN" dirty="0"/>
        </a:p>
      </dgm:t>
    </dgm:pt>
    <dgm:pt modelId="{2232AF94-EB5F-4332-886C-324CF57C5700}" type="parTrans" cxnId="{7EEF6856-8719-4A07-9275-1836B0F4577A}">
      <dgm:prSet/>
      <dgm:spPr/>
      <dgm:t>
        <a:bodyPr/>
        <a:lstStyle/>
        <a:p>
          <a:endParaRPr lang="en-IN"/>
        </a:p>
      </dgm:t>
    </dgm:pt>
    <dgm:pt modelId="{96732A92-254B-43B1-96F7-15982A2B4E9B}" type="sibTrans" cxnId="{7EEF6856-8719-4A07-9275-1836B0F4577A}">
      <dgm:prSet/>
      <dgm:spPr/>
      <dgm:t>
        <a:bodyPr/>
        <a:lstStyle/>
        <a:p>
          <a:endParaRPr lang="en-IN"/>
        </a:p>
      </dgm:t>
    </dgm:pt>
    <dgm:pt modelId="{8648DC4E-0164-4552-A72F-68C5329565B4}">
      <dgm:prSet phldrT="[Text]"/>
      <dgm:spPr/>
      <dgm:t>
        <a:bodyPr/>
        <a:lstStyle/>
        <a:p>
          <a:r>
            <a:rPr lang="en-US" b="0" i="0" dirty="0"/>
            <a:t>Markdown value has lot of nan which later were filled with 0.</a:t>
          </a:r>
          <a:endParaRPr lang="en-IN" dirty="0"/>
        </a:p>
      </dgm:t>
    </dgm:pt>
    <dgm:pt modelId="{E7A19081-29FD-4A79-ABA7-3FE80A9D9F73}" type="parTrans" cxnId="{8C15C97D-FAA1-4171-BC47-424205C65B3F}">
      <dgm:prSet/>
      <dgm:spPr/>
      <dgm:t>
        <a:bodyPr/>
        <a:lstStyle/>
        <a:p>
          <a:endParaRPr lang="en-IN"/>
        </a:p>
      </dgm:t>
    </dgm:pt>
    <dgm:pt modelId="{C5655D0A-4976-4835-97E9-1EABB1B227EE}" type="sibTrans" cxnId="{8C15C97D-FAA1-4171-BC47-424205C65B3F}">
      <dgm:prSet/>
      <dgm:spPr/>
      <dgm:t>
        <a:bodyPr/>
        <a:lstStyle/>
        <a:p>
          <a:endParaRPr lang="en-IN"/>
        </a:p>
      </dgm:t>
    </dgm:pt>
    <dgm:pt modelId="{7359CBD2-3443-4BF7-8135-57A22E5BA40E}" type="pres">
      <dgm:prSet presAssocID="{25E51E1D-8BC8-4401-A5C1-B15E3EB873FF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8A683D6-F81E-4F74-9A84-847FA65472DF}" type="pres">
      <dgm:prSet presAssocID="{61259470-0AA7-4B91-A64F-A902F1F7A616}" presName="horFlow" presStyleCnt="0"/>
      <dgm:spPr/>
    </dgm:pt>
    <dgm:pt modelId="{462AF008-ACC1-452E-8844-39FE4D1AE86E}" type="pres">
      <dgm:prSet presAssocID="{61259470-0AA7-4B91-A64F-A902F1F7A616}" presName="bigChev" presStyleLbl="node1" presStyleIdx="0" presStyleCnt="4" custScaleX="239496" custScaleY="143481" custLinFactNeighborX="-74563" custLinFactNeighborY="-94239"/>
      <dgm:spPr/>
    </dgm:pt>
    <dgm:pt modelId="{43FB0EC6-65C5-4CBD-90CD-56A3F73463C8}" type="pres">
      <dgm:prSet presAssocID="{61259470-0AA7-4B91-A64F-A902F1F7A616}" presName="vSp" presStyleCnt="0"/>
      <dgm:spPr/>
    </dgm:pt>
    <dgm:pt modelId="{B968CD04-E240-44DD-8A05-ABEB8359CE5C}" type="pres">
      <dgm:prSet presAssocID="{3C0CB291-6948-4292-BCCB-A900F8EDF46D}" presName="horFlow" presStyleCnt="0"/>
      <dgm:spPr/>
    </dgm:pt>
    <dgm:pt modelId="{8D85B933-8D2D-4AB5-8B29-C280B2CDC267}" type="pres">
      <dgm:prSet presAssocID="{3C0CB291-6948-4292-BCCB-A900F8EDF46D}" presName="bigChev" presStyleLbl="node1" presStyleIdx="1" presStyleCnt="4" custScaleX="243592" custScaleY="144064" custLinFactNeighborX="-36005" custLinFactNeighborY="-15114"/>
      <dgm:spPr/>
    </dgm:pt>
    <dgm:pt modelId="{562D7C6D-EB73-4E82-B426-7EE8CC35ED03}" type="pres">
      <dgm:prSet presAssocID="{3C0CB291-6948-4292-BCCB-A900F8EDF46D}" presName="vSp" presStyleCnt="0"/>
      <dgm:spPr/>
    </dgm:pt>
    <dgm:pt modelId="{E412C543-A3F1-4218-B4F4-BC553A625913}" type="pres">
      <dgm:prSet presAssocID="{1FA6BAA9-23AD-4302-A0C2-996FE8143DD3}" presName="horFlow" presStyleCnt="0"/>
      <dgm:spPr/>
    </dgm:pt>
    <dgm:pt modelId="{1A040DBE-61A5-4B54-9D2F-F3C492CDCE90}" type="pres">
      <dgm:prSet presAssocID="{1FA6BAA9-23AD-4302-A0C2-996FE8143DD3}" presName="bigChev" presStyleLbl="node1" presStyleIdx="2" presStyleCnt="4" custScaleX="241944" custScaleY="149241" custLinFactNeighborX="-7808" custLinFactNeighborY="-29114"/>
      <dgm:spPr/>
    </dgm:pt>
    <dgm:pt modelId="{6CD90862-E3C4-4D21-ABC1-54BDB181F92D}" type="pres">
      <dgm:prSet presAssocID="{1FA6BAA9-23AD-4302-A0C2-996FE8143DD3}" presName="vSp" presStyleCnt="0"/>
      <dgm:spPr/>
    </dgm:pt>
    <dgm:pt modelId="{64254E5E-8577-4D1F-991F-5C329C2F2308}" type="pres">
      <dgm:prSet presAssocID="{8648DC4E-0164-4552-A72F-68C5329565B4}" presName="horFlow" presStyleCnt="0"/>
      <dgm:spPr/>
    </dgm:pt>
    <dgm:pt modelId="{A866874B-8BCF-4F81-BB6C-01E8365AF1DF}" type="pres">
      <dgm:prSet presAssocID="{8648DC4E-0164-4552-A72F-68C5329565B4}" presName="bigChev" presStyleLbl="node1" presStyleIdx="3" presStyleCnt="4" custScaleX="232671" custScaleY="150675" custLinFactNeighborX="55265" custLinFactNeighborY="-19663"/>
      <dgm:spPr/>
    </dgm:pt>
  </dgm:ptLst>
  <dgm:cxnLst>
    <dgm:cxn modelId="{AD1FAC3B-E481-46A2-BD4E-B35788C77D5B}" type="presOf" srcId="{25E51E1D-8BC8-4401-A5C1-B15E3EB873FF}" destId="{7359CBD2-3443-4BF7-8135-57A22E5BA40E}" srcOrd="0" destOrd="0" presId="urn:microsoft.com/office/officeart/2005/8/layout/lProcess3"/>
    <dgm:cxn modelId="{093ABC3B-55DB-44D8-8524-356DCCEF11BF}" srcId="{25E51E1D-8BC8-4401-A5C1-B15E3EB873FF}" destId="{3C0CB291-6948-4292-BCCB-A900F8EDF46D}" srcOrd="1" destOrd="0" parTransId="{2D974D0B-9B75-4AE0-8C4F-01DC8083E4D2}" sibTransId="{64E69896-B187-4750-B310-B28D558C293D}"/>
    <dgm:cxn modelId="{FE472271-399F-4F40-8C78-AD27729E6814}" type="presOf" srcId="{8648DC4E-0164-4552-A72F-68C5329565B4}" destId="{A866874B-8BCF-4F81-BB6C-01E8365AF1DF}" srcOrd="0" destOrd="0" presId="urn:microsoft.com/office/officeart/2005/8/layout/lProcess3"/>
    <dgm:cxn modelId="{BBDB2374-327D-49BD-9052-5EA2B7DA498D}" type="presOf" srcId="{1FA6BAA9-23AD-4302-A0C2-996FE8143DD3}" destId="{1A040DBE-61A5-4B54-9D2F-F3C492CDCE90}" srcOrd="0" destOrd="0" presId="urn:microsoft.com/office/officeart/2005/8/layout/lProcess3"/>
    <dgm:cxn modelId="{7EEF6856-8719-4A07-9275-1836B0F4577A}" srcId="{25E51E1D-8BC8-4401-A5C1-B15E3EB873FF}" destId="{1FA6BAA9-23AD-4302-A0C2-996FE8143DD3}" srcOrd="2" destOrd="0" parTransId="{2232AF94-EB5F-4332-886C-324CF57C5700}" sibTransId="{96732A92-254B-43B1-96F7-15982A2B4E9B}"/>
    <dgm:cxn modelId="{8C15C97D-FAA1-4171-BC47-424205C65B3F}" srcId="{25E51E1D-8BC8-4401-A5C1-B15E3EB873FF}" destId="{8648DC4E-0164-4552-A72F-68C5329565B4}" srcOrd="3" destOrd="0" parTransId="{E7A19081-29FD-4A79-ABA7-3FE80A9D9F73}" sibTransId="{C5655D0A-4976-4835-97E9-1EABB1B227EE}"/>
    <dgm:cxn modelId="{090D3693-E230-4712-9F0C-B46E5021C81C}" srcId="{25E51E1D-8BC8-4401-A5C1-B15E3EB873FF}" destId="{61259470-0AA7-4B91-A64F-A902F1F7A616}" srcOrd="0" destOrd="0" parTransId="{8DCE57D7-20E4-4883-9108-AC78834AB911}" sibTransId="{F63B96D8-5D11-4F58-8935-DAE510BC1307}"/>
    <dgm:cxn modelId="{BC2B1194-C99A-467C-A3D6-01F52466CF01}" type="presOf" srcId="{3C0CB291-6948-4292-BCCB-A900F8EDF46D}" destId="{8D85B933-8D2D-4AB5-8B29-C280B2CDC267}" srcOrd="0" destOrd="0" presId="urn:microsoft.com/office/officeart/2005/8/layout/lProcess3"/>
    <dgm:cxn modelId="{C32866D5-B33B-4D99-9A33-665A676FB635}" type="presOf" srcId="{61259470-0AA7-4B91-A64F-A902F1F7A616}" destId="{462AF008-ACC1-452E-8844-39FE4D1AE86E}" srcOrd="0" destOrd="0" presId="urn:microsoft.com/office/officeart/2005/8/layout/lProcess3"/>
    <dgm:cxn modelId="{9AD5A971-A886-48BD-83F5-51C56CF106F8}" type="presParOf" srcId="{7359CBD2-3443-4BF7-8135-57A22E5BA40E}" destId="{E8A683D6-F81E-4F74-9A84-847FA65472DF}" srcOrd="0" destOrd="0" presId="urn:microsoft.com/office/officeart/2005/8/layout/lProcess3"/>
    <dgm:cxn modelId="{46786829-28FD-4FA4-B022-8B76F475D68B}" type="presParOf" srcId="{E8A683D6-F81E-4F74-9A84-847FA65472DF}" destId="{462AF008-ACC1-452E-8844-39FE4D1AE86E}" srcOrd="0" destOrd="0" presId="urn:microsoft.com/office/officeart/2005/8/layout/lProcess3"/>
    <dgm:cxn modelId="{17FF9D0D-9A33-41D8-8B97-0DCC4F33E8A1}" type="presParOf" srcId="{7359CBD2-3443-4BF7-8135-57A22E5BA40E}" destId="{43FB0EC6-65C5-4CBD-90CD-56A3F73463C8}" srcOrd="1" destOrd="0" presId="urn:microsoft.com/office/officeart/2005/8/layout/lProcess3"/>
    <dgm:cxn modelId="{1949929B-C174-4DAA-842E-7B78E63AFDDB}" type="presParOf" srcId="{7359CBD2-3443-4BF7-8135-57A22E5BA40E}" destId="{B968CD04-E240-44DD-8A05-ABEB8359CE5C}" srcOrd="2" destOrd="0" presId="urn:microsoft.com/office/officeart/2005/8/layout/lProcess3"/>
    <dgm:cxn modelId="{7A7B1BAA-164D-4D13-AF62-8F36D092AF09}" type="presParOf" srcId="{B968CD04-E240-44DD-8A05-ABEB8359CE5C}" destId="{8D85B933-8D2D-4AB5-8B29-C280B2CDC267}" srcOrd="0" destOrd="0" presId="urn:microsoft.com/office/officeart/2005/8/layout/lProcess3"/>
    <dgm:cxn modelId="{03EE4717-6062-470E-BD64-9574C832E8E3}" type="presParOf" srcId="{7359CBD2-3443-4BF7-8135-57A22E5BA40E}" destId="{562D7C6D-EB73-4E82-B426-7EE8CC35ED03}" srcOrd="3" destOrd="0" presId="urn:microsoft.com/office/officeart/2005/8/layout/lProcess3"/>
    <dgm:cxn modelId="{1039A897-6779-4F42-9E12-9F72A5CB2437}" type="presParOf" srcId="{7359CBD2-3443-4BF7-8135-57A22E5BA40E}" destId="{E412C543-A3F1-4218-B4F4-BC553A625913}" srcOrd="4" destOrd="0" presId="urn:microsoft.com/office/officeart/2005/8/layout/lProcess3"/>
    <dgm:cxn modelId="{4349F02E-FF7C-46C2-9053-398E3172956A}" type="presParOf" srcId="{E412C543-A3F1-4218-B4F4-BC553A625913}" destId="{1A040DBE-61A5-4B54-9D2F-F3C492CDCE90}" srcOrd="0" destOrd="0" presId="urn:microsoft.com/office/officeart/2005/8/layout/lProcess3"/>
    <dgm:cxn modelId="{44CFEB2B-CFBC-49C8-9ECE-B232C6C935B9}" type="presParOf" srcId="{7359CBD2-3443-4BF7-8135-57A22E5BA40E}" destId="{6CD90862-E3C4-4D21-ABC1-54BDB181F92D}" srcOrd="5" destOrd="0" presId="urn:microsoft.com/office/officeart/2005/8/layout/lProcess3"/>
    <dgm:cxn modelId="{830E2847-7202-43EF-9542-89BD26E918E1}" type="presParOf" srcId="{7359CBD2-3443-4BF7-8135-57A22E5BA40E}" destId="{64254E5E-8577-4D1F-991F-5C329C2F2308}" srcOrd="6" destOrd="0" presId="urn:microsoft.com/office/officeart/2005/8/layout/lProcess3"/>
    <dgm:cxn modelId="{ACC93712-D801-4883-93DF-F1DE5C2DA686}" type="presParOf" srcId="{64254E5E-8577-4D1F-991F-5C329C2F2308}" destId="{A866874B-8BCF-4F81-BB6C-01E8365AF1DF}" srcOrd="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F7910D-E31D-4D01-A5F3-A7379487F5DB}">
      <dsp:nvSpPr>
        <dsp:cNvPr id="0" name=""/>
        <dsp:cNvSpPr/>
      </dsp:nvSpPr>
      <dsp:spPr>
        <a:xfrm>
          <a:off x="3744802" y="2440085"/>
          <a:ext cx="3148306" cy="183581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omic Sans MS" panose="030F0702030302020204" pitchFamily="66" charset="0"/>
            </a:rPr>
            <a:t>UNDERSTANDING DATA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Comic Sans MS" panose="030F0702030302020204" pitchFamily="66" charset="0"/>
            </a:rPr>
            <a:t>(3 years information was included)</a:t>
          </a:r>
          <a:endParaRPr lang="en-IN" sz="1600" b="1" kern="1200" dirty="0"/>
        </a:p>
      </dsp:txBody>
      <dsp:txXfrm>
        <a:off x="4205861" y="2708934"/>
        <a:ext cx="2226188" cy="1298119"/>
      </dsp:txXfrm>
    </dsp:sp>
    <dsp:sp modelId="{7050F19D-19B9-4052-B4B6-D51A804AB678}">
      <dsp:nvSpPr>
        <dsp:cNvPr id="0" name=""/>
        <dsp:cNvSpPr/>
      </dsp:nvSpPr>
      <dsp:spPr>
        <a:xfrm rot="16262170">
          <a:off x="5049179" y="1836574"/>
          <a:ext cx="583828" cy="59480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5135169" y="2043094"/>
        <a:ext cx="408680" cy="356882"/>
      </dsp:txXfrm>
    </dsp:sp>
    <dsp:sp modelId="{DB759EAF-1A04-437C-A4DF-9A6ED63AC7D2}">
      <dsp:nvSpPr>
        <dsp:cNvPr id="0" name=""/>
        <dsp:cNvSpPr/>
      </dsp:nvSpPr>
      <dsp:spPr>
        <a:xfrm>
          <a:off x="4183098" y="-1089"/>
          <a:ext cx="2360484" cy="181005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Exploring columns of all datasets(using function display)</a:t>
          </a:r>
          <a:endParaRPr lang="en-IN" sz="1800" kern="1200" dirty="0"/>
        </a:p>
      </dsp:txBody>
      <dsp:txXfrm>
        <a:off x="4528783" y="263987"/>
        <a:ext cx="1669114" cy="1279902"/>
      </dsp:txXfrm>
    </dsp:sp>
    <dsp:sp modelId="{79021E13-96D5-4F3A-834D-33FF13DD7F5F}">
      <dsp:nvSpPr>
        <dsp:cNvPr id="0" name=""/>
        <dsp:cNvSpPr/>
      </dsp:nvSpPr>
      <dsp:spPr>
        <a:xfrm rot="21599972">
          <a:off x="6964395" y="3036403"/>
          <a:ext cx="418352" cy="5585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1614235"/>
            <a:satOff val="-7887"/>
            <a:lumOff val="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6964395" y="3148112"/>
        <a:ext cx="292846" cy="335124"/>
      </dsp:txXfrm>
    </dsp:sp>
    <dsp:sp modelId="{FCC1C7C2-73A7-4E4C-8E4F-A4A0DB7BC94E}">
      <dsp:nvSpPr>
        <dsp:cNvPr id="0" name=""/>
        <dsp:cNvSpPr/>
      </dsp:nvSpPr>
      <dsp:spPr>
        <a:xfrm>
          <a:off x="7395379" y="2467997"/>
          <a:ext cx="2189291" cy="1779941"/>
        </a:xfrm>
        <a:prstGeom prst="ellipse">
          <a:avLst/>
        </a:prstGeom>
        <a:solidFill>
          <a:schemeClr val="accent3">
            <a:hueOff val="-1614235"/>
            <a:satOff val="-7887"/>
            <a:lumOff val="2941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Number of rows and columns (using shape function)</a:t>
          </a:r>
          <a:endParaRPr lang="en-IN" sz="1800" kern="1200" dirty="0"/>
        </a:p>
      </dsp:txBody>
      <dsp:txXfrm>
        <a:off x="7715993" y="2728663"/>
        <a:ext cx="1548063" cy="1258609"/>
      </dsp:txXfrm>
    </dsp:sp>
    <dsp:sp modelId="{C324C522-6C7E-40AC-942E-E7F6A5D395FB}">
      <dsp:nvSpPr>
        <dsp:cNvPr id="0" name=""/>
        <dsp:cNvSpPr/>
      </dsp:nvSpPr>
      <dsp:spPr>
        <a:xfrm rot="5387551">
          <a:off x="5061000" y="4283443"/>
          <a:ext cx="524809" cy="6061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3228470"/>
            <a:satOff val="-15774"/>
            <a:lumOff val="588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>
        <a:off x="5139436" y="4325958"/>
        <a:ext cx="367366" cy="363708"/>
      </dsp:txXfrm>
    </dsp:sp>
    <dsp:sp modelId="{940C5950-AE54-4B15-BFE4-3C379067F23F}">
      <dsp:nvSpPr>
        <dsp:cNvPr id="0" name=""/>
        <dsp:cNvSpPr/>
      </dsp:nvSpPr>
      <dsp:spPr>
        <a:xfrm>
          <a:off x="3810968" y="4916378"/>
          <a:ext cx="3033719" cy="1782883"/>
        </a:xfrm>
        <a:prstGeom prst="ellipse">
          <a:avLst/>
        </a:prstGeom>
        <a:solidFill>
          <a:schemeClr val="accent3">
            <a:hueOff val="-3228470"/>
            <a:satOff val="-15774"/>
            <a:lumOff val="5882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types for all columns in different datasets(using </a:t>
          </a:r>
          <a:r>
            <a:rPr lang="en-US" sz="1800" kern="1200" dirty="0" err="1"/>
            <a:t>dtypes</a:t>
          </a:r>
          <a:r>
            <a:rPr lang="en-US" sz="1800" kern="1200" dirty="0"/>
            <a:t>)</a:t>
          </a:r>
          <a:endParaRPr lang="en-IN" sz="1800" kern="1200" dirty="0"/>
        </a:p>
      </dsp:txBody>
      <dsp:txXfrm>
        <a:off x="4255246" y="5177475"/>
        <a:ext cx="2145163" cy="1260689"/>
      </dsp:txXfrm>
    </dsp:sp>
    <dsp:sp modelId="{800FA2E5-D117-4B9E-A7F5-7328B2045318}">
      <dsp:nvSpPr>
        <dsp:cNvPr id="0" name=""/>
        <dsp:cNvSpPr/>
      </dsp:nvSpPr>
      <dsp:spPr>
        <a:xfrm rot="10800010">
          <a:off x="3433585" y="3054899"/>
          <a:ext cx="292605" cy="60618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-4842705"/>
            <a:satOff val="-23661"/>
            <a:lumOff val="8823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800" kern="1200"/>
        </a:p>
      </dsp:txBody>
      <dsp:txXfrm rot="10800000">
        <a:off x="3521366" y="3176135"/>
        <a:ext cx="204824" cy="363708"/>
      </dsp:txXfrm>
    </dsp:sp>
    <dsp:sp modelId="{C8AE3088-D29F-4ACC-A0FE-315DC793B942}">
      <dsp:nvSpPr>
        <dsp:cNvPr id="0" name=""/>
        <dsp:cNvSpPr/>
      </dsp:nvSpPr>
      <dsp:spPr>
        <a:xfrm>
          <a:off x="837705" y="2466543"/>
          <a:ext cx="2567067" cy="1782883"/>
        </a:xfrm>
        <a:prstGeom prst="ellipse">
          <a:avLst/>
        </a:prstGeom>
        <a:solidFill>
          <a:schemeClr val="accent3">
            <a:hueOff val="-4842705"/>
            <a:satOff val="-23661"/>
            <a:lumOff val="8823"/>
            <a:alphaOff val="0"/>
          </a:schemeClr>
        </a:solidFill>
        <a:ln w="127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Checking count of null values (using </a:t>
          </a:r>
          <a:r>
            <a:rPr lang="en-US" sz="1800" kern="1200" dirty="0" err="1"/>
            <a:t>isnull</a:t>
          </a:r>
          <a:r>
            <a:rPr lang="en-US" sz="1800" kern="1200" dirty="0"/>
            <a:t> ) </a:t>
          </a:r>
          <a:endParaRPr lang="en-IN" sz="1800" kern="1200" dirty="0"/>
        </a:p>
      </dsp:txBody>
      <dsp:txXfrm>
        <a:off x="1213643" y="2727640"/>
        <a:ext cx="1815191" cy="12606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C36C16-AFBE-4DEA-8AB6-56A7587EFA28}">
      <dsp:nvSpPr>
        <dsp:cNvPr id="0" name=""/>
        <dsp:cNvSpPr/>
      </dsp:nvSpPr>
      <dsp:spPr>
        <a:xfrm rot="5400000">
          <a:off x="-290964" y="262872"/>
          <a:ext cx="2083441" cy="156650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 SETS</a:t>
          </a:r>
          <a:endParaRPr lang="en-IN" sz="2200" kern="1200" dirty="0"/>
        </a:p>
      </dsp:txBody>
      <dsp:txXfrm rot="-5400000">
        <a:off x="-32496" y="787659"/>
        <a:ext cx="1566507" cy="516934"/>
      </dsp:txXfrm>
    </dsp:sp>
    <dsp:sp modelId="{FAE6C09D-B6B0-4D2E-BD2F-22ED2AF5290D}">
      <dsp:nvSpPr>
        <dsp:cNvPr id="0" name=""/>
        <dsp:cNvSpPr/>
      </dsp:nvSpPr>
      <dsp:spPr>
        <a:xfrm rot="5400000">
          <a:off x="3178162" y="-1689105"/>
          <a:ext cx="1333908" cy="47522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Common Columns In Datasets(date ,store, holiday Weeks)</a:t>
          </a:r>
          <a:endParaRPr lang="en-IN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Some Features Present Only One Dataset(like Markdown , UPI , temperature, Fuel)</a:t>
          </a:r>
          <a:endParaRPr lang="en-IN" sz="1600" kern="1200" dirty="0"/>
        </a:p>
      </dsp:txBody>
      <dsp:txXfrm rot="-5400000">
        <a:off x="1469014" y="85159"/>
        <a:ext cx="4687088" cy="1203676"/>
      </dsp:txXfrm>
    </dsp:sp>
    <dsp:sp modelId="{C9FC8165-DE03-4CB6-9174-AC4193E752C9}">
      <dsp:nvSpPr>
        <dsp:cNvPr id="0" name=""/>
        <dsp:cNvSpPr/>
      </dsp:nvSpPr>
      <dsp:spPr>
        <a:xfrm rot="5400000">
          <a:off x="-340322" y="2180376"/>
          <a:ext cx="2052166" cy="1436516"/>
        </a:xfrm>
        <a:prstGeom prst="chevron">
          <a:avLst/>
        </a:prstGeom>
        <a:solidFill>
          <a:schemeClr val="accent5">
            <a:hueOff val="9557340"/>
            <a:satOff val="-20419"/>
            <a:lumOff val="-8529"/>
            <a:alphaOff val="0"/>
          </a:schemeClr>
        </a:solidFill>
        <a:ln w="12700" cap="flat" cmpd="sng" algn="in">
          <a:solidFill>
            <a:schemeClr val="accent5">
              <a:hueOff val="9557340"/>
              <a:satOff val="-20419"/>
              <a:lumOff val="-8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NULL VALUES</a:t>
          </a:r>
          <a:endParaRPr lang="en-IN" sz="2200" kern="1200" dirty="0"/>
        </a:p>
      </dsp:txBody>
      <dsp:txXfrm rot="-5400000">
        <a:off x="-32497" y="2590809"/>
        <a:ext cx="1436516" cy="615650"/>
      </dsp:txXfrm>
    </dsp:sp>
    <dsp:sp modelId="{9C1C4588-B16D-44E2-A84F-440D74050112}">
      <dsp:nvSpPr>
        <dsp:cNvPr id="0" name=""/>
        <dsp:cNvSpPr/>
      </dsp:nvSpPr>
      <dsp:spPr>
        <a:xfrm rot="5400000">
          <a:off x="3113167" y="189774"/>
          <a:ext cx="1333908" cy="47522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9557340"/>
              <a:satOff val="-20419"/>
              <a:lumOff val="-85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Null values seen in many columns but promotions had the maximum number of null values(markdown is </a:t>
          </a:r>
          <a:r>
            <a:rPr lang="en-US" sz="1600" b="0" i="0" kern="1200" dirty="0"/>
            <a:t>promotional discounts or reductions in the prices of products or items offered by a retail store)</a:t>
          </a:r>
          <a:endParaRPr lang="en-IN" sz="1600" kern="1200" dirty="0"/>
        </a:p>
      </dsp:txBody>
      <dsp:txXfrm rot="-5400000">
        <a:off x="1404019" y="1964038"/>
        <a:ext cx="4687088" cy="1203676"/>
      </dsp:txXfrm>
    </dsp:sp>
    <dsp:sp modelId="{402DB38A-D2E8-4295-8CBC-13CB233B2AC1}">
      <dsp:nvSpPr>
        <dsp:cNvPr id="0" name=""/>
        <dsp:cNvSpPr/>
      </dsp:nvSpPr>
      <dsp:spPr>
        <a:xfrm rot="5400000">
          <a:off x="-321978" y="4051642"/>
          <a:ext cx="2052166" cy="1436516"/>
        </a:xfrm>
        <a:prstGeom prst="chevron">
          <a:avLst/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12700" cap="flat" cmpd="sng" algn="in">
          <a:solidFill>
            <a:schemeClr val="accent5">
              <a:hueOff val="19114680"/>
              <a:satOff val="-40837"/>
              <a:lumOff val="-17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970" tIns="13970" rIns="13970" bIns="1397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DATATYPES </a:t>
          </a:r>
          <a:endParaRPr lang="en-IN" sz="2200" kern="1200" dirty="0"/>
        </a:p>
      </dsp:txBody>
      <dsp:txXfrm rot="-5400000">
        <a:off x="-14153" y="4462075"/>
        <a:ext cx="1436516" cy="615650"/>
      </dsp:txXfrm>
    </dsp:sp>
    <dsp:sp modelId="{D9126528-E0C8-4C1E-87A6-2A9768ED7212}">
      <dsp:nvSpPr>
        <dsp:cNvPr id="0" name=""/>
        <dsp:cNvSpPr/>
      </dsp:nvSpPr>
      <dsp:spPr>
        <a:xfrm rot="5400000">
          <a:off x="3113167" y="2053016"/>
          <a:ext cx="1333908" cy="4752204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5">
              <a:hueOff val="19114680"/>
              <a:satOff val="-40837"/>
              <a:lumOff val="-17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Mostly numerical and a date column as object(is </a:t>
          </a:r>
          <a:r>
            <a:rPr lang="en-US" sz="1600" b="0" i="0" kern="1200" dirty="0"/>
            <a:t>converted into actual date and time values. That helps to perform date-based operations on the "Date" column, such as extracting specific date components (year, month, day) or comparing dates.)</a:t>
          </a:r>
          <a:endParaRPr lang="en-IN" sz="1600" kern="1200" dirty="0"/>
        </a:p>
      </dsp:txBody>
      <dsp:txXfrm rot="-5400000">
        <a:off x="1404019" y="3827280"/>
        <a:ext cx="4687088" cy="120367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B93B0A-3A13-462B-94CE-F5169094E5D5}">
      <dsp:nvSpPr>
        <dsp:cNvPr id="0" name=""/>
        <dsp:cNvSpPr/>
      </dsp:nvSpPr>
      <dsp:spPr>
        <a:xfrm>
          <a:off x="3137" y="0"/>
          <a:ext cx="3623389" cy="56417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Understanding data</a:t>
          </a:r>
          <a:endParaRPr lang="en-IN" sz="3600" kern="1200" dirty="0"/>
        </a:p>
      </dsp:txBody>
      <dsp:txXfrm>
        <a:off x="3137" y="0"/>
        <a:ext cx="3623389" cy="1692528"/>
      </dsp:txXfrm>
    </dsp:sp>
    <dsp:sp modelId="{6CAC6950-B812-49FB-9485-B552609054C5}">
      <dsp:nvSpPr>
        <dsp:cNvPr id="0" name=""/>
        <dsp:cNvSpPr/>
      </dsp:nvSpPr>
      <dsp:spPr>
        <a:xfrm>
          <a:off x="66194" y="1490523"/>
          <a:ext cx="3223875" cy="1506206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51435" rIns="6858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Merging data using join to get one table with desired columns </a:t>
          </a:r>
          <a:endParaRPr lang="en-IN" sz="2700" kern="1200" dirty="0"/>
        </a:p>
      </dsp:txBody>
      <dsp:txXfrm>
        <a:off x="110309" y="1534638"/>
        <a:ext cx="3135645" cy="1417976"/>
      </dsp:txXfrm>
    </dsp:sp>
    <dsp:sp modelId="{48E297C6-6013-4E3D-BBF7-994711D96CE6}">
      <dsp:nvSpPr>
        <dsp:cNvPr id="0" name=""/>
        <dsp:cNvSpPr/>
      </dsp:nvSpPr>
      <dsp:spPr>
        <a:xfrm>
          <a:off x="3998966" y="0"/>
          <a:ext cx="6828653" cy="5641760"/>
        </a:xfrm>
        <a:prstGeom prst="roundRect">
          <a:avLst>
            <a:gd name="adj" fmla="val 10000"/>
          </a:avLst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Reducing null values(but not of promotions which remained same)</a:t>
          </a:r>
          <a:endParaRPr lang="en-IN" sz="3600" kern="1200" dirty="0"/>
        </a:p>
      </dsp:txBody>
      <dsp:txXfrm>
        <a:off x="3998966" y="0"/>
        <a:ext cx="6828653" cy="1692528"/>
      </dsp:txXfrm>
    </dsp:sp>
    <dsp:sp modelId="{8A2A316B-3CF4-4C5F-890B-4E54AAEBB6FE}">
      <dsp:nvSpPr>
        <dsp:cNvPr id="0" name=""/>
        <dsp:cNvSpPr/>
      </dsp:nvSpPr>
      <dsp:spPr>
        <a:xfrm>
          <a:off x="5426948" y="1692528"/>
          <a:ext cx="3972687" cy="366714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in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51435" rIns="68580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700" kern="1200" dirty="0"/>
        </a:p>
      </dsp:txBody>
      <dsp:txXfrm>
        <a:off x="5534355" y="1799935"/>
        <a:ext cx="3757873" cy="345233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AF008-ACC1-452E-8844-39FE4D1AE86E}">
      <dsp:nvSpPr>
        <dsp:cNvPr id="0" name=""/>
        <dsp:cNvSpPr/>
      </dsp:nvSpPr>
      <dsp:spPr>
        <a:xfrm>
          <a:off x="342216" y="0"/>
          <a:ext cx="5630016" cy="134916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 </a:t>
          </a:r>
          <a:r>
            <a:rPr lang="en-US" sz="2000" kern="1200" dirty="0">
              <a:latin typeface="Comic Sans MS" panose="030F0702030302020204" pitchFamily="66" charset="0"/>
            </a:rPr>
            <a:t>Two columns of is holiday appear in the combined data </a:t>
          </a:r>
          <a:r>
            <a:rPr lang="en-US" sz="2000" kern="1200" dirty="0" err="1">
              <a:latin typeface="Comic Sans MS" panose="030F0702030302020204" pitchFamily="66" charset="0"/>
            </a:rPr>
            <a:t>frame,drop</a:t>
          </a:r>
          <a:r>
            <a:rPr lang="en-US" sz="2000" kern="1200" dirty="0">
              <a:latin typeface="Comic Sans MS" panose="030F0702030302020204" pitchFamily="66" charset="0"/>
            </a:rPr>
            <a:t> one of them after checking if they are same.</a:t>
          </a:r>
          <a:endParaRPr lang="en-IN" sz="2000" kern="1200" dirty="0">
            <a:latin typeface="Comic Sans MS" panose="030F0702030302020204" pitchFamily="66" charset="0"/>
          </a:endParaRPr>
        </a:p>
      </dsp:txBody>
      <dsp:txXfrm>
        <a:off x="1016800" y="0"/>
        <a:ext cx="4280849" cy="1349167"/>
      </dsp:txXfrm>
    </dsp:sp>
    <dsp:sp modelId="{8D85B933-8D2D-4AB5-8B29-C280B2CDC267}">
      <dsp:nvSpPr>
        <dsp:cNvPr id="0" name=""/>
        <dsp:cNvSpPr/>
      </dsp:nvSpPr>
      <dsp:spPr>
        <a:xfrm>
          <a:off x="1248628" y="1339950"/>
          <a:ext cx="5726304" cy="1354649"/>
        </a:xfrm>
        <a:prstGeom prst="chevron">
          <a:avLst/>
        </a:prstGeom>
        <a:solidFill>
          <a:schemeClr val="accent5">
            <a:hueOff val="6371560"/>
            <a:satOff val="-13612"/>
            <a:lumOff val="-5686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prstClr val="white"/>
              </a:solidFill>
              <a:latin typeface="Comic Sans MS" panose="030F0702030302020204" pitchFamily="66" charset="0"/>
              <a:ea typeface="+mn-ea"/>
              <a:cs typeface="+mn-cs"/>
            </a:rPr>
            <a:t>Change the names of the columns to lower case and remove white spaces</a:t>
          </a:r>
          <a:endParaRPr lang="en-IN" sz="1800" kern="1200" dirty="0">
            <a:solidFill>
              <a:prstClr val="white"/>
            </a:solidFill>
            <a:latin typeface="Comic Sans MS" panose="030F0702030302020204" pitchFamily="66" charset="0"/>
            <a:ea typeface="+mn-ea"/>
            <a:cs typeface="+mn-cs"/>
          </a:endParaRPr>
        </a:p>
      </dsp:txBody>
      <dsp:txXfrm>
        <a:off x="1925953" y="1339950"/>
        <a:ext cx="4371655" cy="1354649"/>
      </dsp:txXfrm>
    </dsp:sp>
    <dsp:sp modelId="{1A040DBE-61A5-4B54-9D2F-F3C492CDCE90}">
      <dsp:nvSpPr>
        <dsp:cNvPr id="0" name=""/>
        <dsp:cNvSpPr/>
      </dsp:nvSpPr>
      <dsp:spPr>
        <a:xfrm>
          <a:off x="1911477" y="2694600"/>
          <a:ext cx="5687563" cy="1403329"/>
        </a:xfrm>
        <a:prstGeom prst="chevron">
          <a:avLst/>
        </a:prstGeom>
        <a:solidFill>
          <a:schemeClr val="accent5">
            <a:hueOff val="12743121"/>
            <a:satOff val="-27225"/>
            <a:lumOff val="-11373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Checking unique values/</a:t>
          </a:r>
          <a:r>
            <a:rPr lang="en-US" sz="2000" kern="1200" dirty="0" err="1"/>
            <a:t>NaN’s</a:t>
          </a:r>
          <a:r>
            <a:rPr lang="en-US" sz="2000" kern="1200" dirty="0"/>
            <a:t> in all columns</a:t>
          </a:r>
          <a:endParaRPr lang="en-IN" sz="2000" kern="1200" dirty="0"/>
        </a:p>
      </dsp:txBody>
      <dsp:txXfrm>
        <a:off x="2613142" y="2694600"/>
        <a:ext cx="4284234" cy="1403329"/>
      </dsp:txXfrm>
    </dsp:sp>
    <dsp:sp modelId="{A866874B-8BCF-4F81-BB6C-01E8365AF1DF}">
      <dsp:nvSpPr>
        <dsp:cNvPr id="0" name=""/>
        <dsp:cNvSpPr/>
      </dsp:nvSpPr>
      <dsp:spPr>
        <a:xfrm>
          <a:off x="3394183" y="4318441"/>
          <a:ext cx="5469576" cy="1416813"/>
        </a:xfrm>
        <a:prstGeom prst="chevron">
          <a:avLst/>
        </a:prstGeom>
        <a:solidFill>
          <a:schemeClr val="accent5">
            <a:hueOff val="19114680"/>
            <a:satOff val="-40837"/>
            <a:lumOff val="-17059"/>
            <a:alphaOff val="0"/>
          </a:schemeClr>
        </a:solidFill>
        <a:ln w="50800" cap="flat" cmpd="sng" algn="in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5400" tIns="12700" rIns="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i="0" kern="1200" dirty="0"/>
            <a:t>Markdown value has lot of nan which later were filled with 0.</a:t>
          </a:r>
          <a:endParaRPr lang="en-IN" sz="2000" kern="1200" dirty="0"/>
        </a:p>
      </dsp:txBody>
      <dsp:txXfrm>
        <a:off x="4102590" y="4318441"/>
        <a:ext cx="4052763" cy="14168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7:09.5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24575,'1333'0'-1365,"-1312"0"-5461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7:13.4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1353 0 24575,'-10'2'0,"1"0"0,-1 1 0,1 0 0,0 0 0,0 1 0,0 0 0,0 1 0,1 0 0,0 0 0,0 1 0,-12 11 0,-41 23 0,-143 73 0,143-78 0,40-24 0,0-2 0,-23 8 0,-11 4 0,-110 35 0,-57-6 0,124-30 0,63-14 0,-1 1 0,-55 21 0,-9-2-1365,79-20-5461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7:21.3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25 24575,'214'-12'0,"9"-1"0,-168 13-1365,-32 1-5461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7:39.2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993 116 24575,'11'2'0,"0"-1"0,-1 1 0,1 1 0,0 0 0,-1 1 0,1 0 0,-1 1 0,0-1 0,-1 2 0,1 0 0,-1 0 0,0 0 0,0 1 0,-1 1 0,0 0 0,0 0 0,-1 0 0,0 1 0,-1 0 0,0 0 0,10 19 0,-16-27 0,1 1 0,0-1 0,-1 1 0,1-1 0,-1 1 0,0-1 0,0 1 0,1-1 0,-1 1 0,0-1 0,0 1 0,0-1 0,-1 1 0,1 0 0,0-1 0,0 1 0,-1-1 0,1 1 0,-1-1 0,0 0 0,1 1 0,-1-1 0,0 1 0,0-1 0,-2 2 0,0 0 0,0 0 0,0-1 0,-1 1 0,1-1 0,-1 0 0,1 0 0,-1-1 0,0 1 0,-7 1 0,-9 2 0,0-1 0,0-2 0,-22 1 0,40-2 0,-74 2 0,-101-8 0,141-5 0,36 10 0,0 0 0,0 0 0,0 0 0,0 0 0,0 0 0,0 0 0,1 0 0,-1 0 0,0 0 0,0 0 0,0 0 0,0 0 0,0 0 0,0 0 0,0 0 0,0 0 0,0-1 0,0 1 0,0 0 0,0 0 0,1 0 0,-1 0 0,0 0 0,0 0 0,0 0 0,0 0 0,0 0 0,0 0 0,0 0 0,0 0 0,0 0 0,0-1 0,0 1 0,0 0 0,0 0 0,0 0 0,0 0 0,0 0 0,0 0 0,0 0 0,0 0 0,0 0 0,0 0 0,0-1 0,0 1 0,0 0 0,0 0 0,0 0 0,0 0 0,0 0 0,0 0 0,0 0 0,-1 0 0,1 0 0,0 0 0,0 0 0,0 0 0,0-1 0,0 1 0,0 0 0,22 2 0,8 6 0,0 2 0,-1 0 0,-1 2 0,0 1 0,-1 1 0,33 23 0,-42-22 0,-34-16 0,-40-16 0,53 16 0,-10-4 0,0 1 0,0-2 0,0 1 0,1-2 0,-16-10 0,28 17 0,-1 0 0,1 0 0,0-1 0,-1 1 0,1 0 0,0 0 0,-1 0 0,1 0 0,0-1 0,-1 1 0,1 0 0,0 0 0,0 0 0,-1-1 0,1 1 0,0 0 0,0 0 0,0-1 0,-1 1 0,1 0 0,0-1 0,0 1 0,0 0 0,0-1 0,0 1 0,0 0 0,0-1 0,0 1 0,0 0 0,0-1 0,0 1 0,0 0 0,0-1 0,0 1 0,0 0 0,0-1 0,0 1 0,0-1 0,15 0 0,24 10 0,235 93 0,-274-101 0,1-1 0,0 1 0,0-1 0,0 1 0,0-1 0,0 0 0,0 1 0,0-1 0,0 0 0,0 0 0,0 0 0,0 1 0,0-1 0,0 0 0,0-1 0,0 1 0,0 0 0,0 0 0,0 0 0,0 0 0,0-1 0,0 1 0,0-1 0,0 1 0,0-1 0,0 1 0,1-2 0,-2 1 0,1 0 0,-1-1 0,0 1 0,0 0 0,-1-1 0,1 1 0,0 0 0,0-1 0,-1 1 0,1 0 0,-1-1 0,1 1 0,-1 0 0,1 0 0,-1 0 0,0-1 0,-1 0 0,-39-50 0,22 32 0,12 14 0,0 0 0,0 0 0,1-1 0,0 0 0,0 0 0,1-1 0,0 1 0,0-1 0,1 0 0,0-1 0,-4-12 0,10 20 0,0 1 0,1-1 0,-1 0 0,0 0 0,0 0 0,0 0 0,0 0 0,0 0 0,0 0 0,0-1 0,0 1 0,0-1 0,-1 1 0,1-1 0,-1 0 0,1 0 0,1-2 0,5-8 0,-1-1 0,-1 0 0,0 0 0,0-1 0,-2 1 0,0-1 0,0 0 0,-1 0 0,-1-1 0,0 1 0,-1 0 0,0-1 0,-3-15 0,2 29 0,0 1 0,0 0 0,0-1 0,0 1 0,0 0 0,0-1 0,0 1 0,0 0 0,-1-1 0,1 1 0,0 0 0,0-1 0,0 1 0,-1 0 0,1 0 0,0-1 0,0 1 0,-1 0 0,1 0 0,0-1 0,0 1 0,-1 0 0,1 0 0,0 0 0,-1-1 0,1 1 0,0 0 0,-1 0 0,1 0 0,-1 0 0,1 0 0,0 0 0,-1 0 0,1 0 0,0 0 0,-1 0 0,-18 7 0,-18 20 0,33-24 0,-71 51 0,-137 72 0,174-104 0,-2-2 0,0-2 0,-1-1 0,-1-3 0,0-1 0,-75 13 0,-105 21 0,93-23 0,427-26 0,-140 4 0,380-2 0,-533 0 0,0 0 0,0 0 0,1 0 0,-1-1 0,0 0 0,0 0 0,0 0 0,0-1 0,0 1 0,0-1 0,6-4 0,-8 4 0,0-1 0,-1 1 0,1-1 0,-1 1 0,1-1 0,-1 0 0,0 0 0,0-1 0,0 1 0,0 0 0,-1-1 0,1 1 0,-1-1 0,0 1 0,0-1 0,1-4 0,5-19 0,-3 14 0,-1 1 0,0-1 0,-1-1 0,1-20 0,-3 32 0,0-1 0,0 1 0,0 0 0,0 0 0,0-1 0,-1 1 0,1 0 0,-1 0 0,0 0 0,0 0 0,0 0 0,0 0 0,0 0 0,0 0 0,0 0 0,0 0 0,-1 0 0,1 1 0,-1-1 0,0 0 0,1 1 0,-1 0 0,0-1 0,0 1 0,0 0 0,0 0 0,0 0 0,0 0 0,0 0 0,0 0 0,0 1 0,-5-1 0,-7-1 0,0 1 0,0 0 0,0 1 0,0 1 0,-25 4 0,-73 21 0,67-14 0,224-96 0,-159 77 0,0-1 0,0-1 0,-1-1 0,0-1 0,-1-1 0,0 0 0,30-28 0,-48 39 0,1 1 0,-1 0 0,0-1 0,0 1 0,1-1 0,-1 1 0,0 0 0,1 0 0,-1-1 0,0 1 0,1 0 0,-1-1 0,1 1 0,-1 0 0,1 0 0,-1 0 0,0-1 0,1 1 0,-1 0 0,1 0 0,-1 0 0,1 0 0,-1 0 0,1 0 0,-1 0 0,1 0 0,-1 0 0,1 0 0,-1 0 0,1 0 0,-1 1 0,0-1 0,1 0 0,-1 0 0,1 0 0,-1 0 0,1 1 0,-1-1 0,8 21 0,-8 28 0,-5-16 0,-3-1 0,0 0 0,-19 44 0,8-20 0,4-21 0,5-27 0,4-24 0,4-11 0,1-1 0,2 1 0,1-1 0,8-43 0,1-2 0,-10 62 0,3-52 0,-3 59 0,-1 1 0,-1-1 0,1 1 0,0-1 0,-1 1 0,0 0 0,0-1 0,0 1 0,0 0 0,0 0 0,-1 0 0,1 0 0,-1 0 0,-4-5 0,5 7 0,-1 0 0,0 0 0,1 0 0,-1 0 0,0 1 0,0-1 0,0 1 0,0-1 0,0 1 0,0 0 0,0 0 0,0 0 0,1 0 0,-1 0 0,0 0 0,0 1 0,0-1 0,0 0 0,0 1 0,0 0 0,0-1 0,1 1 0,-3 1 0,-46 24 0,42-21 0,-49 30 0,-49 25 0,47-32 0,-134 60 0,130-62 0,31-11 0,-1-2 0,0-1 0,-62 13 0,49-17 0,10-2 0,-1-1 0,-42 0 0,53-3 0,0 0 0,-33 8 0,-2 1 0,22-2-1365,22-3-5461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12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24575,'2'5'0,"0"1"0,1 0 0,0-1 0,0 0 0,1 0 0,0 0 0,-1 0 0,2 0 0,-1-1 0,0 0 0,1 0 0,6 4 0,3 5 0,76 90 0,-71-77 0,2-2 0,0 0 0,2-1 0,1-2 0,32 24 0,-31-28-117,-2-1-62,0-1 1,1 0 0,0-2 0,1-1-1,1-1 1,30 8 0,-38-15-6648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16.3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52 24575,'76'-1'0,"121"-18"0,-147 14 0,1 2 0,67 5 0,58-3 0,-94-10 0,-52 5 0,55-1 0,334 8 0,-405 0-288,0 0-1,-1 1 1,27 8 0,-38-10 76,15 5-6614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22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77 24575,'1'0'0,"-1"-1"0,0 1 0,0-1 0,0 1 0,0-1 0,0 1 0,0 0 0,0-1 0,0 1 0,0-1 0,-1 1 0,1-1 0,0 1 0,0 0 0,0-1 0,0 1 0,-1 0 0,1-1 0,0 1 0,0 0 0,-1-1 0,1 1 0,0 0 0,0-1 0,-1 1 0,1 0 0,0 0 0,-1-1 0,1 1 0,-1 0 0,1 0 0,0 0 0,-1-1 0,1 1 0,-1 0 0,1 0 0,0 0 0,-1 0 0,1 0 0,-1 0 0,1 0 0,-1 0 0,1 0 0,0 0 0,-1 0 0,1 0 0,-1 0 0,1 0 0,0 1 0,-1-1 0,1 0 0,-1 0 0,1 0 0,0 0 0,-1 1 0,1-1 0,0 0 0,-1 1 0,-19 17 0,14-4 0,0 0 0,4-28 0,2-14 0,1 21 0,-1 21 0,0 1 0,1 3 0,-1-31 0,0 7 0,0-1 0,0 1 0,-1 0 0,1 0 0,-1-1 0,-1 1 0,1 0 0,-1 0 0,0 0 0,0 0 0,-1 1 0,0-1 0,0 0 0,-6-7 0,8 13 0,1-1 0,-1 1 0,0 0 0,1 0 0,-1 0 0,1 0 0,-1 0 0,0 0 0,1 0 0,-1 0 0,0 0 0,1 0 0,-1 1 0,1-1 0,-1 0 0,0 0 0,1 1 0,-1-1 0,1 0 0,-1 1 0,1-1 0,-1 0 0,1 1 0,-1-1 0,1 1 0,-1-1 0,1 0 0,0 1 0,-1-1 0,1 1 0,0 0 0,-1-1 0,1 1 0,0-1 0,0 1 0,-1-1 0,1 1 0,0 0 0,0 0 0,-11 29 0,10-29 0,-14 44-1365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47.8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156 335 24575,'309'11'0,"-50"0"0,-253-12 0,-7-1 0,-19-4 0,-32-6 0,-33-6 0,41 7 0,-1 3 0,0 1 0,-1 2 0,-52 1 0,92 5 0,1 0 0,0 1 0,-1-1 0,1 1 0,0 0 0,-1 0 0,1 1 0,0 0 0,1 0 0,-1 0 0,0 0 0,1 0 0,0 1 0,0 0 0,0 0 0,-4 6 0,4-5 0,0-1 0,0 1 0,0-1 0,-1 0 0,1-1 0,-1 1 0,0-1 0,0 0 0,0 0 0,-1 0 0,1-1 0,0 0 0,-1 0 0,-6 1 0,8-2 0,0 0 0,0 0 0,0 0 0,0-1 0,0 0 0,-1 0 0,1 0 0,0 0 0,0-1 0,0 0 0,0 0 0,0 0 0,1 0 0,-1 0 0,0-1 0,0 1 0,1-1 0,-1 0 0,1-1 0,-1 1 0,1 0 0,0-1 0,0 0 0,0 0 0,0 0 0,1 0 0,-1 0 0,1 0 0,0-1 0,0 1 0,0-1 0,0 1 0,1-1 0,-1 0 0,1 0 0,0 0 0,0 0 0,0 0 0,0-6 0,-3-29 0,1 0 0,2 0 0,1 0 0,7-42 0,-7 80 0,0-1 0,0 0 0,1 0 0,-1 0 0,0 1 0,1-1 0,-1 0 0,1 1 0,-1-1 0,1 0 0,0 1 0,0-1 0,0 1 0,0-1 0,0 1 0,0-1 0,0 1 0,0 0 0,1-1 0,-1 1 0,0 0 0,1 0 0,-1 0 0,1 0 0,-1 0 0,1 0 0,0 1 0,2-2 0,0 2 0,0-1 0,0 1 0,1 0 0,-1 0 0,0 1 0,0-1 0,0 1 0,0 0 0,0 0 0,0 0 0,5 2 0,40 21 0,-34-14 0,-38-28 0,17 13 0,0-1 0,0 1 0,0 1 0,-1-1 0,0 1 0,0 1 0,0-1 0,-12-3 0,18 10 0,8 8 0,12 8 0,20 14 0,-15-14 0,-1 2 0,-1 0 0,-1 1 0,22 30 0,-42-50 0,0-1 0,-1 1 0,1 0 0,0 0 0,-1-1 0,1 1 0,-1 0 0,0 0 0,0-1 0,0 1 0,0 0 0,0 0 0,0 0 0,0-1 0,0 1 0,-1 0 0,1 0 0,-1-1 0,1 1 0,-1 0 0,0 0 0,-1 1 0,-27 41 0,12-20 0,12-15 0,0 2 0,1-1 0,1 1 0,0-1 0,0 1 0,-2 16 0,-6 25 0,7-43 0,0-10 0,-1-19 0,0-29 0,5 38 0,0 3 0,0-1 0,-1 0 0,1 0 0,-2 1 0,-1-10 0,3 17 0,-1 1 0,1-1 0,0 0 0,-1 0 0,1 0 0,0 1 0,-1-1 0,1 0 0,-1 0 0,0 1 0,1-1 0,-1 0 0,1 1 0,-1-1 0,0 1 0,1-1 0,-1 1 0,0-1 0,0 1 0,1-1 0,-1 1 0,-2-1 0,2 1 0,-1 0 0,0 1 0,1-1 0,-1 0 0,0 1 0,1-1 0,-1 1 0,1-1 0,-1 1 0,1 0 0,-1 0 0,1 0 0,-1 0 0,1 0 0,0 0 0,-1 0 0,0 1 0,-5 5 0,0 1 0,1-1 0,-1 1 0,-5 10 0,8-10 0,-1-1 0,0 0 0,-1 0 0,-12 11 0,18-18 0,-1 1 0,1-1 0,-1 0 0,1 0 0,-1 0 0,1 1 0,-1-1 0,1 0 0,-1 0 0,1 0 0,-1 0 0,1 0 0,-1 0 0,1 0 0,-1 0 0,1 0 0,-1 0 0,1 0 0,-1-1 0,1 1 0,-1 0 0,1 0 0,-1 0 0,1-1 0,-1 1 0,1 0 0,-1 0 0,1-1 0,0 1 0,-1 0 0,1-1 0,-1 1 0,1-1 0,0 1 0,0-1 0,-1 1 0,1 0 0,0-1 0,0 1 0,-1-1 0,1 1 0,0-1 0,0 1 0,0-1 0,0 1 0,0-1 0,0 1 0,0-1 0,0 0 0,0 1 0,0-1 0,-5-32 0,5 31 0,-2-18 0,1-1 0,0 0 0,2 1 0,5-39 0,0 47 0,0 15 0,7 29 0,1 4 0,-12-34 0,0-1 0,0 1 0,-1 0 0,1-1 0,1 1 0,-1-1 0,0 0 0,0 0 0,0 1 0,1-2 0,-1 1 0,0 0 0,1 0 0,-1-1 0,1 1 0,-1-1 0,1 0 0,-1 0 0,1 0 0,2 0 0,0-1 0,1 0 0,-1 0 0,0-1 0,0 0 0,0 0 0,0 0 0,0 0 0,0-1 0,4-3 0,2-2 0,0-1 0,0 0 0,-1 0 0,-1-1 0,0 0 0,15-22 0,-15 4 0,-9 27 0,0 0 0,0 1 0,1-1 0,-1 1 0,0-1 0,0 1 0,0-1 0,0 0 0,0 1 0,0-1 0,0 1 0,0-1 0,0 0 0,-1 1 0,1-1 0,0 1 0,0-1 0,0 1 0,-1-1 0,1 1 0,0-1 0,-1 1 0,1-1 0,0 1 0,-1-1 0,1 1 0,-1-1 0,1 1 0,0 0 0,-1-1 0,1 1 0,-1 0 0,1-1 0,-1 1 0,1 0 0,-1 0 0,0-1 0,1 1 0,-1 0 0,1 0 0,-1 0 0,1 0 0,-1 0 0,0 0 0,0 0 0,0 0 0,1 1 0,-1-1 0,1 0 0,-1 1 0,1-1 0,-1 1 0,1-1 0,0 1 0,-1-1 0,1 1 0,0 0 0,0-1 0,-1 1 0,1-1 0,0 1 0,0-1 0,0 1 0,-1 0 0,1-1 0,0 1 0,0 0 0,0-1 0,0 1 0,0 0 0,0-1 0,1 1 0,-1-1 0,0 1 0,0 0 0,0-1 0,1 1 0,-1-1 0,0 1 0,0-1 0,1 2 0,10 24 0,3-2 0,2 0 0,25 29 0,4 7 0,-44-59 3,-1-1 1,1 1-1,-1-1 0,1 1 0,-1 0 0,1-1 0,-1 1 1,0-1-1,1 1 0,-1 0 0,0-1 0,0 1 1,1 0-1,-1-1 0,0 1 0,0 0 0,0 0 0,0-1 1,0 1-1,0 0 0,0-1 0,0 1 0,0 0 0,0 0 1,0-1-1,-1 1 0,1 0 0,0-1 0,0 1 1,-1 0-1,1-1 0,0 1 0,-1 0 0,1-1 0,-1 1 1,-24 7-1484,7-7-5346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27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95 200 24575,'1'80'0,"-3"88"0,-10-95 0,7-52 0,2 1 0,-2 24 0,6-458 0,0 471 0,0-3 0,-2-1 0,-15 100 0,10-123 0,4-18 0,0-1 0,-1 1 0,-1-1 0,-5 14 0,9-27 0,0 0 0,0-1 0,0 1 0,0 0 0,0 0 0,0 0 0,-1 0 0,1 0 0,0 0 0,0 0 0,0 0 0,0 0 0,0 0 0,0 0 0,0-1 0,0 1 0,0 0 0,0 0 0,0 0 0,0 0 0,0 0 0,0 0 0,0 0 0,-1 0 0,1 0 0,0 0 0,0 0 0,0 0 0,0 0 0,0 0 0,0 0 0,0 0 0,0 0 0,0 0 0,0 0 0,-1 0 0,1 0 0,0 0 0,0 0 0,0 0 0,0 0 0,0 0 0,0 0 0,0 0 0,0 0 0,0 0 0,0 0 0,0 0 0,-1 0 0,1 0 0,0 0 0,0 1 0,0-1 0,0 0 0,0 0 0,0 0 0,0 0 0,0 0 0,0 0 0,0 0 0,0 0 0,0 0 0,0 0 0,0 0 0,0 1 0,-3-14 0,0-18 0,4-560 0,-1 645-114,2-5-199,-3 0 0,-2 0 1,-10 49-1,9-77-6513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30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24575,'8'1'0,"0"-1"0,-1 1 0,1 0 0,-1 1 0,1 0 0,-1 0 0,0 1 0,0 0 0,0 0 0,0 0 0,0 1 0,-1 0 0,8 6 0,6 7 0,0 1 0,26 33 0,-31-33 0,1-1 0,1 0 0,23 17 0,-26-24 0,30 22 0,74 39 0,-102-63 0,1 0 0,0-1 0,1-2 0,-1 1 0,1-2 0,0 0 0,0-2 0,27 2 0,56 8 0,-3 0 0,-73-10 0,0 1 0,24 7 0,0-1 0,-30-4-1365,-4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04T14:18:51.4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55 146 24575,'0'-3'0,"0"0"0,0 0 0,0 0 0,0 0 0,0 0 0,1 0 0,-1 0 0,1 1 0,0-1 0,0 0 0,0 0 0,0 1 0,1-1 0,-1 0 0,1 1 0,-1-1 0,1 1 0,0 0 0,0 0 0,0 0 0,4-4 0,-1 4 0,0-1 0,1 1 0,-1 0 0,1 1 0,-1-1 0,1 1 0,0 0 0,-1 0 0,1 1 0,9 0 0,-9-1 0,0 1 0,0 0 0,0 0 0,0 1 0,0-1 0,0 1 0,0 1 0,0-1 0,11 5 0,-17-6 0,0 0 0,0 0 0,0 0 0,0 0 0,0 0 0,1 0 0,-1 0 0,0 0 0,0 0 0,0 0 0,0 0 0,1 0 0,-1 1 0,0-1 0,0 0 0,0 0 0,0 0 0,0 0 0,0 0 0,1 0 0,-1 0 0,0 0 0,0 0 0,0 1 0,0-1 0,0 0 0,0 0 0,0 0 0,0 0 0,1 0 0,-1 0 0,0 1 0,0-1 0,0 0 0,0 0 0,0 0 0,0 0 0,0 1 0,0-1 0,0 0 0,0 0 0,0 0 0,0 0 0,0 0 0,0 1 0,0-1 0,0 0 0,0 0 0,0 0 0,0 0 0,-1 1 0,1-1 0,0 0 0,0 0 0,0 0 0,-13 2 0,-18-4 0,-10-14 0,-71-40 0,85 43 0,61 43 0,1-2 0,2-1 0,74 40 0,-93-57 0,6 3 0,1-2 0,0 0 0,42 12 0,-66-23 0,0 0 0,0 0 0,-1 0 0,1 0 0,0 0 0,0 0 0,-1 0 0,1 0 0,0 1 0,0-1 0,-1 0 0,1 1 0,0-1 0,-1 0 0,1 1 0,-1-1 0,1 1 0,0-1 0,-1 1 0,1-1 0,-1 1 0,1-1 0,-1 1 0,1-1 0,0 2 0,-16 6 0,-33 0 0,-65-9 0,-29 3 0,140-3 0,1 1 0,0 0 0,0 0 0,0 0 0,0 0 0,-1 1 0,1-1 0,0 0 0,0 0 0,0 1 0,0-1 0,0 1 0,0-1 0,0 1 0,-1-1 0,2 1 0,-3 1 0,14 7 0,39 9 0,374 73-1365,-350-78-5461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5EB1E8-2D6E-4A3B-9A98-6F008F1822A0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0673A-4708-42DB-8F31-2D1FE8EDB61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7981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0673A-4708-42DB-8F31-2D1FE8EDB61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133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8799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73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4074765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52859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64384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540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8564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997152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369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171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59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8E499F15-0F9C-4DA9-983E-DBDF2B1C9448}" type="datetimeFigureOut">
              <a:rPr lang="en-IN" smtClean="0"/>
              <a:t>05-10-2023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D8EED31-3C5D-45A1-9AEC-177EC92BC7EF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31746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customXml" Target="../ink/ink6.xml"/><Relationship Id="rId18" Type="http://schemas.openxmlformats.org/officeDocument/2006/relationships/image" Target="../media/image21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18.png"/><Relationship Id="rId17" Type="http://schemas.openxmlformats.org/officeDocument/2006/relationships/customXml" Target="../ink/ink8.xml"/><Relationship Id="rId2" Type="http://schemas.openxmlformats.org/officeDocument/2006/relationships/image" Target="../media/image13.png"/><Relationship Id="rId16" Type="http://schemas.openxmlformats.org/officeDocument/2006/relationships/image" Target="../media/image20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11" Type="http://schemas.openxmlformats.org/officeDocument/2006/relationships/customXml" Target="../ink/ink5.xml"/><Relationship Id="rId24" Type="http://schemas.openxmlformats.org/officeDocument/2006/relationships/image" Target="../media/image24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17.png"/><Relationship Id="rId19" Type="http://schemas.openxmlformats.org/officeDocument/2006/relationships/customXml" Target="../ink/ink9.xml"/><Relationship Id="rId4" Type="http://schemas.openxmlformats.org/officeDocument/2006/relationships/image" Target="../media/image14.png"/><Relationship Id="rId9" Type="http://schemas.openxmlformats.org/officeDocument/2006/relationships/customXml" Target="../ink/ink4.xml"/><Relationship Id="rId14" Type="http://schemas.openxmlformats.org/officeDocument/2006/relationships/image" Target="../media/image19.png"/><Relationship Id="rId22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C9A4749-F745-FA2D-EDEC-4006C0A64FB2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7533520" y="5086905"/>
            <a:ext cx="3741121" cy="1207317"/>
          </a:xfrm>
          <a:solidFill>
            <a:srgbClr val="B9B9B9"/>
          </a:solidFill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By Megha Vij</a:t>
            </a:r>
            <a:endParaRPr lang="en-IN" sz="4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A5EE2A-64E7-393E-A774-E628C7EF20DF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818242" y="1048891"/>
            <a:ext cx="9974262" cy="165576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dirty="0"/>
            </a:br>
            <a:r>
              <a:rPr lang="en-US" dirty="0"/>
              <a:t>data analysis</a:t>
            </a:r>
            <a:br>
              <a:rPr lang="en-US" dirty="0"/>
            </a:br>
            <a:r>
              <a:rPr lang="en-US" dirty="0"/>
              <a:t>on sales of a store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96869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844D7-84C5-0B40-773E-EA97404BE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4"/>
            <a:ext cx="10178322" cy="2467347"/>
          </a:xfrm>
        </p:spPr>
        <p:txBody>
          <a:bodyPr>
            <a:normAutofit fontScale="90000"/>
          </a:bodyPr>
          <a:lstStyle/>
          <a:p>
            <a:r>
              <a:rPr lang="en-US" dirty="0"/>
              <a:t>About project </a:t>
            </a:r>
            <a:br>
              <a:rPr lang="en-US" dirty="0"/>
            </a:b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analysing retail sales </a:t>
            </a:r>
            <a:r>
              <a:rPr lang="en-IN" dirty="0">
                <a:solidFill>
                  <a:srgbClr val="374151"/>
                </a:solidFill>
                <a:latin typeface="Söhne"/>
              </a:rPr>
              <a:t>and  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factors that affect </a:t>
            </a:r>
            <a:br>
              <a:rPr lang="en-IN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weekly sales</a:t>
            </a:r>
            <a:br>
              <a:rPr lang="en-IN" b="0" i="0" dirty="0">
                <a:solidFill>
                  <a:srgbClr val="374151"/>
                </a:solidFill>
                <a:effectLst/>
                <a:latin typeface="Söhne"/>
              </a:rPr>
            </a:br>
            <a:br>
              <a:rPr lang="en-US" dirty="0"/>
            </a:br>
            <a:br>
              <a:rPr lang="en-US" dirty="0"/>
            </a:br>
            <a:r>
              <a:rPr lang="en-US" dirty="0"/>
              <a:t>Reason for selecting </a:t>
            </a:r>
            <a:br>
              <a:rPr lang="en-US" dirty="0"/>
            </a:br>
            <a:r>
              <a:rPr lang="en-US" dirty="0"/>
              <a:t>this project</a:t>
            </a:r>
            <a:br>
              <a:rPr lang="en-US" dirty="0"/>
            </a:br>
            <a:r>
              <a:rPr lang="en-US" dirty="0"/>
              <a:t> </a:t>
            </a: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marketing/shopping </a:t>
            </a:r>
            <a:br>
              <a:rPr lang="en-IN" b="0" i="0" dirty="0">
                <a:solidFill>
                  <a:srgbClr val="374151"/>
                </a:solidFill>
                <a:effectLst/>
                <a:latin typeface="Söhne"/>
              </a:rPr>
            </a:br>
            <a:r>
              <a:rPr lang="en-IN" b="0" i="0" dirty="0">
                <a:solidFill>
                  <a:srgbClr val="374151"/>
                </a:solidFill>
                <a:effectLst/>
                <a:latin typeface="Söhne"/>
              </a:rPr>
              <a:t>are interesting topics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C54255-39ED-7CB8-907E-0067A3A07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4595" y="1966775"/>
            <a:ext cx="3941685" cy="394168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23BB4035-4061-97B3-7636-0A09CB85DF39}"/>
              </a:ext>
            </a:extLst>
          </p:cNvPr>
          <p:cNvSpPr/>
          <p:nvPr/>
        </p:nvSpPr>
        <p:spPr>
          <a:xfrm>
            <a:off x="8806649" y="3342813"/>
            <a:ext cx="1917576" cy="1189608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accent5"/>
                </a:solidFill>
              </a:rPr>
              <a:t>Weekly Sales</a:t>
            </a:r>
            <a:endParaRPr lang="en-IN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43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B7C5FF58-4A1A-76DA-1828-F43A7B5BBBDC}"/>
              </a:ext>
            </a:extLst>
          </p:cNvPr>
          <p:cNvSpPr/>
          <p:nvPr/>
        </p:nvSpPr>
        <p:spPr>
          <a:xfrm>
            <a:off x="4722921" y="2299317"/>
            <a:ext cx="2553806" cy="1376038"/>
          </a:xfrm>
          <a:prstGeom prst="ellipse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2C502B-B903-80E9-C4D6-D862A74DC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4059" y="382385"/>
            <a:ext cx="6303219" cy="833856"/>
          </a:xfrm>
        </p:spPr>
        <p:txBody>
          <a:bodyPr/>
          <a:lstStyle/>
          <a:p>
            <a:r>
              <a:rPr lang="en-US" dirty="0"/>
              <a:t>Data and its source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D5D04-2E22-D6A3-7A30-F71823CF0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2364" y="2733855"/>
            <a:ext cx="2203140" cy="513154"/>
          </a:xfrm>
        </p:spPr>
        <p:txBody>
          <a:bodyPr>
            <a:normAutofit fontScale="92500"/>
          </a:bodyPr>
          <a:lstStyle/>
          <a:p>
            <a:pPr marL="0" indent="0" algn="ctr">
              <a:buNone/>
            </a:pPr>
            <a:r>
              <a:rPr lang="en-US" sz="2800" dirty="0"/>
              <a:t>Four csv files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98899E-6B08-E53D-AC27-FC9BBDC3F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309644">
            <a:off x="293036" y="412294"/>
            <a:ext cx="3379825" cy="113940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D75DA41-D382-A5EB-5113-88576E9F2128}"/>
              </a:ext>
            </a:extLst>
          </p:cNvPr>
          <p:cNvSpPr txBox="1">
            <a:spLocks/>
          </p:cNvSpPr>
          <p:nvPr/>
        </p:nvSpPr>
        <p:spPr>
          <a:xfrm>
            <a:off x="2519781" y="1216241"/>
            <a:ext cx="2203140" cy="166900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Stores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Store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Type ‘A’, ‘B’ or ‘C’.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Inter"/>
              </a:rPr>
              <a:t>Size</a:t>
            </a: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0A550DA-0440-0736-DEBC-3D5E7BCDD928}"/>
              </a:ext>
            </a:extLst>
          </p:cNvPr>
          <p:cNvSpPr txBox="1">
            <a:spLocks/>
          </p:cNvSpPr>
          <p:nvPr/>
        </p:nvSpPr>
        <p:spPr>
          <a:xfrm>
            <a:off x="2519780" y="4388894"/>
            <a:ext cx="2352583" cy="20867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Weekly Sales</a:t>
            </a:r>
          </a:p>
          <a:p>
            <a:r>
              <a:rPr lang="en-US" dirty="0"/>
              <a:t>Store</a:t>
            </a:r>
          </a:p>
          <a:p>
            <a:r>
              <a:rPr lang="en-US" dirty="0"/>
              <a:t>Dept</a:t>
            </a:r>
          </a:p>
          <a:p>
            <a:r>
              <a:rPr lang="en-US" dirty="0"/>
              <a:t>Is holiday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A9EF7F7-0D90-81D1-B889-0C8C104FD0A3}"/>
              </a:ext>
            </a:extLst>
          </p:cNvPr>
          <p:cNvSpPr txBox="1">
            <a:spLocks/>
          </p:cNvSpPr>
          <p:nvPr/>
        </p:nvSpPr>
        <p:spPr>
          <a:xfrm>
            <a:off x="7364026" y="4293636"/>
            <a:ext cx="2703252" cy="218197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Features </a:t>
            </a:r>
          </a:p>
          <a:p>
            <a:r>
              <a:rPr lang="en-US" dirty="0"/>
              <a:t>Temperature</a:t>
            </a:r>
          </a:p>
          <a:p>
            <a:r>
              <a:rPr lang="en-US" dirty="0"/>
              <a:t> </a:t>
            </a:r>
            <a:r>
              <a:rPr lang="en-US" dirty="0" err="1"/>
              <a:t>Fuel_Price</a:t>
            </a:r>
            <a:r>
              <a:rPr lang="en-US" dirty="0"/>
              <a:t> </a:t>
            </a:r>
          </a:p>
          <a:p>
            <a:r>
              <a:rPr lang="en-US" dirty="0"/>
              <a:t> MarkDown1-5   </a:t>
            </a:r>
          </a:p>
          <a:p>
            <a:r>
              <a:rPr lang="en-US" dirty="0"/>
              <a:t> CPI</a:t>
            </a:r>
          </a:p>
          <a:p>
            <a:r>
              <a:rPr lang="en-US" dirty="0"/>
              <a:t> Unemployment 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EA8CB72-3444-80A9-9CF9-714D84C18856}"/>
              </a:ext>
            </a:extLst>
          </p:cNvPr>
          <p:cNvSpPr txBox="1">
            <a:spLocks/>
          </p:cNvSpPr>
          <p:nvPr/>
        </p:nvSpPr>
        <p:spPr>
          <a:xfrm>
            <a:off x="7495711" y="1160287"/>
            <a:ext cx="2352583" cy="20867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Test</a:t>
            </a:r>
          </a:p>
          <a:p>
            <a:r>
              <a:rPr lang="en-US" dirty="0"/>
              <a:t>Date</a:t>
            </a:r>
          </a:p>
          <a:p>
            <a:r>
              <a:rPr lang="en-US" dirty="0"/>
              <a:t>Store</a:t>
            </a:r>
          </a:p>
          <a:p>
            <a:r>
              <a:rPr lang="en-US" dirty="0"/>
              <a:t>Dept</a:t>
            </a:r>
          </a:p>
          <a:p>
            <a:r>
              <a:rPr lang="en-US" dirty="0"/>
              <a:t>Is holiday </a:t>
            </a:r>
          </a:p>
          <a:p>
            <a:pPr marL="0" indent="0">
              <a:buNone/>
            </a:pPr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B8109AD-E38D-4872-A560-FDCCAA8FAB3A}"/>
              </a:ext>
            </a:extLst>
          </p:cNvPr>
          <p:cNvCxnSpPr>
            <a:cxnSpLocks/>
          </p:cNvCxnSpPr>
          <p:nvPr/>
        </p:nvCxnSpPr>
        <p:spPr>
          <a:xfrm flipH="1" flipV="1">
            <a:off x="3941685" y="2477657"/>
            <a:ext cx="747940" cy="5460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6498418-7050-D8C8-4BF9-C78EFA101B24}"/>
              </a:ext>
            </a:extLst>
          </p:cNvPr>
          <p:cNvCxnSpPr>
            <a:cxnSpLocks/>
          </p:cNvCxnSpPr>
          <p:nvPr/>
        </p:nvCxnSpPr>
        <p:spPr>
          <a:xfrm flipV="1">
            <a:off x="6915668" y="2100106"/>
            <a:ext cx="768338" cy="4404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3A5A7CC-4B5E-CCAA-554B-2E74B7EB38C1}"/>
              </a:ext>
            </a:extLst>
          </p:cNvPr>
          <p:cNvCxnSpPr>
            <a:cxnSpLocks/>
          </p:cNvCxnSpPr>
          <p:nvPr/>
        </p:nvCxnSpPr>
        <p:spPr>
          <a:xfrm>
            <a:off x="6738151" y="3529983"/>
            <a:ext cx="625875" cy="80010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50D7A19-0AAA-B504-2FD2-6E1154852C44}"/>
              </a:ext>
            </a:extLst>
          </p:cNvPr>
          <p:cNvCxnSpPr>
            <a:cxnSpLocks/>
            <a:stCxn id="11" idx="3"/>
          </p:cNvCxnSpPr>
          <p:nvPr/>
        </p:nvCxnSpPr>
        <p:spPr>
          <a:xfrm flipH="1">
            <a:off x="4315642" y="3473839"/>
            <a:ext cx="781275" cy="76265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0278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21DD-F7BA-882C-8FDE-3919515E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833856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Questions:</a:t>
            </a:r>
            <a:endParaRPr lang="en-IN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8447B-49D0-E2B7-9E01-365F8FF8F8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999" y="1216241"/>
            <a:ext cx="10938769" cy="5075916"/>
          </a:xfrm>
        </p:spPr>
        <p:txBody>
          <a:bodyPr>
            <a:normAutofit lnSpcReduction="10000"/>
          </a:bodyPr>
          <a:lstStyle/>
          <a:p>
            <a:r>
              <a:rPr lang="en-US" sz="2800" b="0" i="0" dirty="0">
                <a:solidFill>
                  <a:srgbClr val="172B4D"/>
                </a:solidFill>
                <a:effectLst/>
                <a:highlight>
                  <a:srgbClr val="C0C0C0"/>
                </a:highlight>
                <a:latin typeface="-apple-system"/>
              </a:rPr>
              <a:t>Question: 1 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-apple-system"/>
              </a:rPr>
              <a:t>How do different types of stores (e.g., Type A, Type B, Type 		 C) perform in terms of average weekly sales and growth 	             		 over time?</a:t>
            </a:r>
          </a:p>
          <a:p>
            <a:r>
              <a:rPr lang="en-US" sz="2800" b="0" i="0" dirty="0">
                <a:solidFill>
                  <a:srgbClr val="172B4D"/>
                </a:solidFill>
                <a:effectLst/>
                <a:highlight>
                  <a:srgbClr val="C0C0C0"/>
                </a:highlight>
                <a:latin typeface="-apple-system"/>
              </a:rPr>
              <a:t>Question: 2 </a:t>
            </a:r>
            <a:r>
              <a:rPr lang="en-US" sz="2800" dirty="0"/>
              <a:t>Are there significant seasonal patterns in average weekly 		sales?</a:t>
            </a:r>
          </a:p>
          <a:p>
            <a:r>
              <a:rPr lang="en-US" sz="2800" b="0" i="0" dirty="0">
                <a:solidFill>
                  <a:srgbClr val="172B4D"/>
                </a:solidFill>
                <a:effectLst/>
                <a:highlight>
                  <a:srgbClr val="C0C0C0"/>
                </a:highlight>
                <a:latin typeface="-apple-system"/>
              </a:rPr>
              <a:t>Question: 3 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-apple-system"/>
              </a:rPr>
              <a:t>How do external factors such as temperature, fuel prices, 		CPI, and unemployment rates affect weekly sales?</a:t>
            </a:r>
          </a:p>
          <a:p>
            <a:r>
              <a:rPr lang="en-US" sz="2800" b="0" i="0" dirty="0">
                <a:solidFill>
                  <a:srgbClr val="172B4D"/>
                </a:solidFill>
                <a:effectLst/>
                <a:highlight>
                  <a:srgbClr val="C0C0C0"/>
                </a:highlight>
                <a:latin typeface="-apple-system"/>
              </a:rPr>
              <a:t>Question: 4 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-apple-system"/>
              </a:rPr>
              <a:t>How do holidays impact weekly sales? Compare the sales 		during holiday weeks to non-holiday weeks.</a:t>
            </a:r>
            <a:endParaRPr lang="en-US" sz="2800" dirty="0">
              <a:solidFill>
                <a:srgbClr val="172B4D"/>
              </a:solidFill>
              <a:latin typeface="-apple-system"/>
            </a:endParaRPr>
          </a:p>
          <a:p>
            <a:r>
              <a:rPr lang="en-US" sz="2800" b="0" i="0" dirty="0">
                <a:solidFill>
                  <a:srgbClr val="172B4D"/>
                </a:solidFill>
                <a:effectLst/>
                <a:highlight>
                  <a:srgbClr val="C0C0C0"/>
                </a:highlight>
                <a:latin typeface="-apple-system"/>
              </a:rPr>
              <a:t>Question: 5 </a:t>
            </a:r>
            <a:r>
              <a:rPr lang="en-US" sz="2800" b="0" i="0" dirty="0">
                <a:solidFill>
                  <a:srgbClr val="172B4D"/>
                </a:solidFill>
                <a:effectLst/>
                <a:latin typeface="-apple-system"/>
              </a:rPr>
              <a:t>Do promotional offers lead to increased weekly sales?</a:t>
            </a:r>
            <a:endParaRPr lang="en-US" sz="2800" dirty="0"/>
          </a:p>
          <a:p>
            <a:endParaRPr lang="en-US" b="0" i="0" dirty="0">
              <a:solidFill>
                <a:srgbClr val="172B4D"/>
              </a:solidFill>
              <a:effectLst/>
              <a:latin typeface="-apple-system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7447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68C87979-24D5-5637-8CFE-9A5A7AFCCBE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608945" y="644233"/>
            <a:ext cx="5600375" cy="882727"/>
          </a:xfrm>
          <a:solidFill>
            <a:schemeClr val="accent3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lvl="0" algn="ctr"/>
            <a:r>
              <a:rPr lang="en-US" dirty="0"/>
              <a:t>BASIC STEPS :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sz="4900" dirty="0">
                <a:solidFill>
                  <a:schemeClr val="accent5"/>
                </a:solidFill>
              </a:rPr>
              <a:t>Basic steps in this analysis:</a:t>
            </a:r>
            <a:br>
              <a:rPr lang="en-US" sz="6700" dirty="0"/>
            </a:br>
            <a:endParaRPr lang="en-IN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3F0F97-2E2F-7DD3-411B-C8C0468B7FE8}"/>
              </a:ext>
            </a:extLst>
          </p:cNvPr>
          <p:cNvSpPr/>
          <p:nvPr/>
        </p:nvSpPr>
        <p:spPr>
          <a:xfrm>
            <a:off x="839236" y="1935332"/>
            <a:ext cx="3271125" cy="3364637"/>
          </a:xfrm>
          <a:prstGeom prst="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EDA IS AN APPROACH FOR DATA ANALYSIS USING VARIETY OF TECHNIQUES TO GAIN INSIGHTS ABOUT THE DATA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A7A801B-CC58-5AC5-9466-6FEA8D392884}"/>
              </a:ext>
            </a:extLst>
          </p:cNvPr>
          <p:cNvSpPr/>
          <p:nvPr/>
        </p:nvSpPr>
        <p:spPr>
          <a:xfrm>
            <a:off x="4385273" y="1695634"/>
            <a:ext cx="6347534" cy="3994952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Understanding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Cleaning and preprocessing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Statistical Analysis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Visualization for trend analysis to answer the questions.</a:t>
            </a:r>
            <a:br>
              <a:rPr lang="en-US" sz="3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</a:br>
            <a:endParaRPr lang="en-IN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17552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34EAF2C-4A97-249A-CD8A-766D220D3E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2239524"/>
              </p:ext>
            </p:extLst>
          </p:nvPr>
        </p:nvGraphicFramePr>
        <p:xfrm>
          <a:off x="958789" y="71021"/>
          <a:ext cx="10537794" cy="67869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2179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EBF3BC7-A6DA-8C23-5D9D-353F570CD54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892049"/>
              </p:ext>
            </p:extLst>
          </p:nvPr>
        </p:nvGraphicFramePr>
        <p:xfrm>
          <a:off x="149935" y="897221"/>
          <a:ext cx="6188721" cy="58187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7494AB71-BEAE-EA00-4359-61F9D6AE39BD}"/>
              </a:ext>
            </a:extLst>
          </p:cNvPr>
          <p:cNvSpPr/>
          <p:nvPr/>
        </p:nvSpPr>
        <p:spPr>
          <a:xfrm>
            <a:off x="2050742" y="142043"/>
            <a:ext cx="8025413" cy="621437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CONCLUSIONS OF EXPLORAING DATASETS AND PLAN OF ACTION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357C73F-55F2-1C22-6BF9-83F960159028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0" r="7485" b="1198"/>
          <a:stretch/>
        </p:blipFill>
        <p:spPr>
          <a:xfrm>
            <a:off x="6406340" y="1639248"/>
            <a:ext cx="5348341" cy="325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797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35AAF164-670A-0178-DBF8-7D96F04170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00695724"/>
              </p:ext>
            </p:extLst>
          </p:nvPr>
        </p:nvGraphicFramePr>
        <p:xfrm>
          <a:off x="301840" y="439444"/>
          <a:ext cx="10830757" cy="56417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B73374D-E482-C091-78A0-F84249ADD9ED}"/>
              </a:ext>
            </a:extLst>
          </p:cNvPr>
          <p:cNvSpPr/>
          <p:nvPr/>
        </p:nvSpPr>
        <p:spPr>
          <a:xfrm>
            <a:off x="1154097" y="3613211"/>
            <a:ext cx="2148396" cy="191757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Weekly sales, Store, Type, Department, Holiday week, Markdown, Fuel, Temperature, UPI, Date, Unemployment 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EE0048-E6FE-197C-5DC7-6601BA9293D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315" y="1979720"/>
            <a:ext cx="7676720" cy="460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565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429DEB7-81D5-AA2C-081C-182DAE3642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50728896"/>
              </p:ext>
            </p:extLst>
          </p:nvPr>
        </p:nvGraphicFramePr>
        <p:xfrm>
          <a:off x="1278385" y="692457"/>
          <a:ext cx="9916357" cy="5921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AB330CA5-B49E-9815-51BB-4837FBE17B93}"/>
              </a:ext>
            </a:extLst>
          </p:cNvPr>
          <p:cNvSpPr/>
          <p:nvPr/>
        </p:nvSpPr>
        <p:spPr>
          <a:xfrm>
            <a:off x="8504808" y="1944208"/>
            <a:ext cx="2299317" cy="2050743"/>
          </a:xfrm>
          <a:prstGeom prst="flowChartAlternateProcess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>
                <a:ln w="0"/>
                <a:solidFill>
                  <a:srgbClr val="F979D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CLEAN </a:t>
            </a:r>
          </a:p>
          <a:p>
            <a:pPr algn="ctr"/>
            <a:r>
              <a:rPr lang="en-US" sz="4000" dirty="0">
                <a:ln w="0"/>
                <a:solidFill>
                  <a:srgbClr val="F979DE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DATA</a:t>
            </a:r>
            <a:endParaRPr lang="en-IN" sz="4000" dirty="0">
              <a:ln w="0"/>
              <a:solidFill>
                <a:srgbClr val="F979DE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0630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954164-7658-FEEF-620D-D9EAB8BD1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103071"/>
            <a:ext cx="10172700" cy="123473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92D050"/>
                </a:solidFill>
              </a:rPr>
              <a:t>Question 1</a:t>
            </a:r>
            <a:br>
              <a:rPr lang="en-US" sz="4000" dirty="0">
                <a:solidFill>
                  <a:srgbClr val="92D050"/>
                </a:solidFill>
              </a:rPr>
            </a:br>
            <a:r>
              <a:rPr lang="en-IN" sz="4000" b="1" i="0" dirty="0">
                <a:solidFill>
                  <a:srgbClr val="92D050"/>
                </a:solidFill>
                <a:effectLst/>
                <a:latin typeface="Söhne"/>
              </a:rPr>
              <a:t>Store Performance Comparison</a:t>
            </a:r>
            <a:endParaRPr lang="en-IN" sz="4000" dirty="0">
              <a:solidFill>
                <a:srgbClr val="92D05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18885-2783-7B2F-CF4E-C83E27488F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637" y="1326485"/>
            <a:ext cx="4800600" cy="83734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2400" i="0" dirty="0">
                <a:effectLst/>
                <a:latin typeface="system-ui"/>
              </a:rPr>
              <a:t>AVERAGE WEEKLY SALES BY STORE TYPES</a:t>
            </a:r>
            <a:endParaRPr lang="en-IN" sz="240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9064661-9E9A-590F-7939-4AC964CCC12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7" y="2284129"/>
            <a:ext cx="5527232" cy="4145425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E0C174-2490-07EB-BFCF-1305A296E0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24828" y="1284756"/>
            <a:ext cx="4800600" cy="668332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2400" dirty="0">
                <a:latin typeface="system-ui"/>
              </a:rPr>
              <a:t>MONTHLY CHANGE IN AVERAGE WEEKLY SALES</a:t>
            </a:r>
            <a:endParaRPr lang="en-IN" sz="2400" dirty="0">
              <a:latin typeface="system-ui"/>
            </a:endParaRP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138A2704-BBCA-B74F-A18C-31DF394D1F1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4" r="6292"/>
          <a:stretch/>
        </p:blipFill>
        <p:spPr>
          <a:xfrm>
            <a:off x="5858020" y="2284129"/>
            <a:ext cx="6237698" cy="4145424"/>
          </a:xfrm>
        </p:spPr>
      </p:pic>
    </p:spTree>
    <p:extLst>
      <p:ext uri="{BB962C8B-B14F-4D97-AF65-F5344CB8AC3E}">
        <p14:creationId xmlns:p14="http://schemas.microsoft.com/office/powerpoint/2010/main" val="3611972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D6A12-61DD-B47A-D6C4-4C8528EA5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9490" y="74542"/>
            <a:ext cx="8228623" cy="104250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</a:rPr>
              <a:t>Question 2</a:t>
            </a:r>
            <a:br>
              <a:rPr lang="en-US" sz="3600" dirty="0">
                <a:solidFill>
                  <a:schemeClr val="accent5">
                    <a:lumMod val="75000"/>
                  </a:schemeClr>
                </a:solidFill>
              </a:rPr>
            </a:br>
            <a:r>
              <a:rPr lang="en-IN" sz="3600" b="1" i="0" dirty="0">
                <a:solidFill>
                  <a:schemeClr val="accent5">
                    <a:lumMod val="75000"/>
                  </a:schemeClr>
                </a:solidFill>
                <a:effectLst/>
                <a:latin typeface="Söhne"/>
              </a:rPr>
              <a:t>Seasonal Sales Patterns</a:t>
            </a:r>
            <a:endParaRPr lang="en-IN" sz="3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3F9C57-A437-7C07-92AB-77D4268E1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1789" y="1358284"/>
            <a:ext cx="3635407" cy="734245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sz="1800" dirty="0"/>
              <a:t>OVERALL WEEKLY SALES BY year</a:t>
            </a:r>
            <a:endParaRPr lang="en-IN" sz="1800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3DFED7FF-2276-C4DB-C48E-C5DCA4F507F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05" r="7963"/>
          <a:stretch/>
        </p:blipFill>
        <p:spPr>
          <a:xfrm>
            <a:off x="142043" y="2426630"/>
            <a:ext cx="4154749" cy="3512713"/>
          </a:xfr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5EA44B9-41B2-C13D-048F-A04E7EF10CAE}"/>
              </a:ext>
            </a:extLst>
          </p:cNvPr>
          <p:cNvSpPr txBox="1"/>
          <p:nvPr/>
        </p:nvSpPr>
        <p:spPr>
          <a:xfrm>
            <a:off x="6010182" y="1462521"/>
            <a:ext cx="4980484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MONTHLY SALES FOR EACH YEAR</a:t>
            </a:r>
            <a:endParaRPr lang="en-IN" b="1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5869B9-868F-30EA-7F6B-C6CF95BA7F6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4" t="398" r="8569" b="3433"/>
          <a:stretch/>
        </p:blipFill>
        <p:spPr>
          <a:xfrm>
            <a:off x="4508142" y="2092529"/>
            <a:ext cx="7541815" cy="4180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6446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4259F-90CA-7024-5E81-44A17015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159798"/>
            <a:ext cx="7855761" cy="106531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B0F0"/>
                </a:solidFill>
              </a:rPr>
              <a:t>Question 3</a:t>
            </a:r>
            <a:br>
              <a:rPr lang="en-US" sz="3600" dirty="0">
                <a:solidFill>
                  <a:srgbClr val="00B0F0"/>
                </a:solidFill>
              </a:rPr>
            </a:br>
            <a:r>
              <a:rPr lang="en-IN" sz="3600" b="1" i="0" dirty="0">
                <a:solidFill>
                  <a:srgbClr val="00B0F0"/>
                </a:solidFill>
                <a:effectLst/>
                <a:latin typeface="Söhne"/>
              </a:rPr>
              <a:t>Impact of External Factors</a:t>
            </a:r>
            <a:endParaRPr lang="en-IN" sz="3600" dirty="0">
              <a:solidFill>
                <a:srgbClr val="00B0F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C5C513-1096-90D1-66D6-5C1FE3071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60915" y="1714719"/>
            <a:ext cx="2530237" cy="756531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IN" dirty="0"/>
              <a:t>correlation heatmap</a:t>
            </a:r>
          </a:p>
        </p:txBody>
      </p:sp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5F1AD30A-6914-2D93-9B7D-1042304DDF0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96" t="11307" r="13570" b="4072"/>
          <a:stretch/>
        </p:blipFill>
        <p:spPr>
          <a:xfrm>
            <a:off x="3391152" y="1323728"/>
            <a:ext cx="8448754" cy="5374474"/>
          </a:xfrm>
        </p:spPr>
      </p:pic>
    </p:spTree>
    <p:extLst>
      <p:ext uri="{BB962C8B-B14F-4D97-AF65-F5344CB8AC3E}">
        <p14:creationId xmlns:p14="http://schemas.microsoft.com/office/powerpoint/2010/main" val="3234014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5">
            <a:extLst>
              <a:ext uri="{FF2B5EF4-FFF2-40B4-BE49-F238E27FC236}">
                <a16:creationId xmlns:a16="http://schemas.microsoft.com/office/drawing/2014/main" id="{41207C04-A5CE-3BFE-97D6-CFD044C39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6151" y="1699380"/>
            <a:ext cx="9508216" cy="47776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54259F-90CA-7024-5E81-44A170159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1932" y="159058"/>
            <a:ext cx="7101159" cy="958067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Question 3</a:t>
            </a:r>
            <a:br>
              <a:rPr lang="en-US" sz="3600" dirty="0">
                <a:solidFill>
                  <a:srgbClr val="0070C0"/>
                </a:solidFill>
              </a:rPr>
            </a:br>
            <a:r>
              <a:rPr lang="en-IN" sz="3600" b="1" i="0" dirty="0">
                <a:solidFill>
                  <a:srgbClr val="0070C0"/>
                </a:solidFill>
                <a:effectLst/>
                <a:latin typeface="Söhne"/>
              </a:rPr>
              <a:t>Impact of External Factors</a:t>
            </a:r>
            <a:endParaRPr lang="en-IN" sz="3600" dirty="0">
              <a:solidFill>
                <a:srgbClr val="0070C0"/>
              </a:solidFill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8A8AB9-B62B-049D-B042-4B556A0FB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 rot="20259925">
            <a:off x="168676" y="1914654"/>
            <a:ext cx="1988597" cy="791573"/>
          </a:xfrm>
          <a:solidFill>
            <a:schemeClr val="bg1"/>
          </a:solidFill>
        </p:spPr>
        <p:txBody>
          <a:bodyPr/>
          <a:lstStyle/>
          <a:p>
            <a:pPr algn="ctr"/>
            <a:r>
              <a:rPr lang="en-US" dirty="0"/>
              <a:t>Scatter plots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7073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8575-A47F-CC75-9383-C361B763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136906"/>
            <a:ext cx="10172700" cy="9943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Question 4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IN" sz="3600" b="1" i="0" dirty="0">
                <a:solidFill>
                  <a:srgbClr val="FF0000"/>
                </a:solidFill>
                <a:effectLst/>
                <a:latin typeface="Söhne"/>
              </a:rPr>
              <a:t>Holiday Sales Analysis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66239-92D0-E580-5870-EA3B2885A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53" y="1309599"/>
            <a:ext cx="4118263" cy="632529"/>
          </a:xfrm>
          <a:solidFill>
            <a:schemeClr val="bg1"/>
          </a:solidFill>
        </p:spPr>
        <p:txBody>
          <a:bodyPr/>
          <a:lstStyle/>
          <a:p>
            <a:r>
              <a:rPr lang="en-US" sz="1600" dirty="0"/>
              <a:t>Box plots for holiday and non-holiday weekly sale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9C77011-2FA6-2AC7-F658-0DB0F0B27B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528265" y="732578"/>
            <a:ext cx="3490908" cy="797256"/>
          </a:xfrm>
          <a:solidFill>
            <a:schemeClr val="bg1"/>
          </a:solidFill>
        </p:spPr>
        <p:txBody>
          <a:bodyPr/>
          <a:lstStyle/>
          <a:p>
            <a:r>
              <a:rPr lang="en-US" sz="1600" dirty="0"/>
              <a:t>mean sales between holiday and non-holiday weeks</a:t>
            </a:r>
            <a:endParaRPr lang="en-IN" sz="16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9BECE02E-879C-BE8C-8488-17ACAAA2CDE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076"/>
          <a:stretch/>
        </p:blipFill>
        <p:spPr>
          <a:xfrm>
            <a:off x="7528265" y="1729411"/>
            <a:ext cx="3338004" cy="5069258"/>
          </a:xfrm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7DBBC3-3CD6-79DA-B95C-437457B334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153" y="1942128"/>
            <a:ext cx="4814789" cy="4814789"/>
          </a:xfrm>
        </p:spPr>
      </p:pic>
    </p:spTree>
    <p:extLst>
      <p:ext uri="{BB962C8B-B14F-4D97-AF65-F5344CB8AC3E}">
        <p14:creationId xmlns:p14="http://schemas.microsoft.com/office/powerpoint/2010/main" val="3017403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23DC963-10B3-E387-9189-49E7EBA03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5523" y="116055"/>
            <a:ext cx="10564428" cy="1135696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r>
              <a:rPr lang="en-US" sz="2800" b="1" cap="none" dirty="0">
                <a:solidFill>
                  <a:schemeClr val="accent4">
                    <a:lumMod val="50000"/>
                  </a:schemeClr>
                </a:solidFill>
                <a:latin typeface="Comic Sans MS" panose="030F0702030302020204" pitchFamily="66" charset="0"/>
              </a:rPr>
              <a:t>Hypothesis test-to determine if there is a statistically significant difference in mean sales between holiday weeks and non holiday weeks.</a:t>
            </a:r>
            <a:r>
              <a:rPr lang="en-US" sz="2800" b="1" cap="none" dirty="0">
                <a:solidFill>
                  <a:schemeClr val="accent3"/>
                </a:solidFill>
                <a:latin typeface="Comic Sans MS" panose="030F0702030302020204" pitchFamily="66" charset="0"/>
              </a:rPr>
              <a:t> </a:t>
            </a:r>
            <a:endParaRPr lang="en-IN" sz="2800" b="1" cap="none" dirty="0">
              <a:solidFill>
                <a:schemeClr val="accent3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324F98-AE1A-D819-67E5-02ED2444350A}"/>
              </a:ext>
            </a:extLst>
          </p:cNvPr>
          <p:cNvSpPr txBox="1"/>
          <p:nvPr/>
        </p:nvSpPr>
        <p:spPr>
          <a:xfrm>
            <a:off x="2751338" y="1340450"/>
            <a:ext cx="3850689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(H0) assumes that there is no difference in mean sales between the two groups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2B100C-2D74-CB29-7BA2-1A8844A323A3}"/>
              </a:ext>
            </a:extLst>
          </p:cNvPr>
          <p:cNvSpPr txBox="1"/>
          <p:nvPr/>
        </p:nvSpPr>
        <p:spPr>
          <a:xfrm>
            <a:off x="2751338" y="2582961"/>
            <a:ext cx="3850689" cy="92333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(H1) points that there is a significant difference in mean sales between the two groups.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987DAF-778F-F749-7BFE-71A44127F05A}"/>
              </a:ext>
            </a:extLst>
          </p:cNvPr>
          <p:cNvSpPr txBox="1"/>
          <p:nvPr/>
        </p:nvSpPr>
        <p:spPr>
          <a:xfrm>
            <a:off x="744246" y="1844297"/>
            <a:ext cx="1566539" cy="120032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Two tailed</a:t>
            </a:r>
          </a:p>
          <a:p>
            <a:r>
              <a:rPr lang="en-US" b="0" i="0" dirty="0">
                <a:effectLst/>
                <a:latin typeface="Söhne"/>
              </a:rPr>
              <a:t>t-test to find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t-statistic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Söhne"/>
              </a:rPr>
              <a:t>p-value.</a:t>
            </a:r>
            <a:endParaRPr lang="en-IN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A77196-BF11-EB3A-1C6B-4395B7C6396B}"/>
              </a:ext>
            </a:extLst>
          </p:cNvPr>
          <p:cNvCxnSpPr>
            <a:cxnSpLocks/>
          </p:cNvCxnSpPr>
          <p:nvPr/>
        </p:nvCxnSpPr>
        <p:spPr>
          <a:xfrm flipV="1">
            <a:off x="2310785" y="1796108"/>
            <a:ext cx="422798" cy="29899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809B9C2-17A8-D621-ABEF-15FABE279806}"/>
              </a:ext>
            </a:extLst>
          </p:cNvPr>
          <p:cNvCxnSpPr>
            <a:cxnSpLocks/>
          </p:cNvCxnSpPr>
          <p:nvPr/>
        </p:nvCxnSpPr>
        <p:spPr>
          <a:xfrm>
            <a:off x="2310785" y="2699255"/>
            <a:ext cx="390617" cy="368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7B40573-C80C-6FD3-88EF-C87240F2D7FA}"/>
              </a:ext>
            </a:extLst>
          </p:cNvPr>
          <p:cNvSpPr/>
          <p:nvPr/>
        </p:nvSpPr>
        <p:spPr>
          <a:xfrm>
            <a:off x="6568735" y="2095106"/>
            <a:ext cx="828583" cy="60414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3051249-0C78-F7D0-0052-529E79C7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4871" y="1699311"/>
            <a:ext cx="4295405" cy="2151658"/>
          </a:xfrm>
          <a:prstGeom prst="rect">
            <a:avLst/>
          </a:prstGeom>
        </p:spPr>
      </p:pic>
      <p:sp>
        <p:nvSpPr>
          <p:cNvPr id="22" name="Rectangle 1">
            <a:extLst>
              <a:ext uri="{FF2B5EF4-FFF2-40B4-BE49-F238E27FC236}">
                <a16:creationId xmlns:a16="http://schemas.microsoft.com/office/drawing/2014/main" id="{D76A9617-AEB0-7CB6-5FDF-3E466F003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579" y="4004857"/>
            <a:ext cx="5303739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jp-code-font-family)"/>
              </a:rPr>
              <a:t>mean sales (p-value: 1.0912222677432845e-16)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B667B93-8F9B-ABAF-EDEF-25F6D37D838F}"/>
              </a:ext>
            </a:extLst>
          </p:cNvPr>
          <p:cNvCxnSpPr>
            <a:cxnSpLocks/>
          </p:cNvCxnSpPr>
          <p:nvPr/>
        </p:nvCxnSpPr>
        <p:spPr>
          <a:xfrm>
            <a:off x="8744506" y="3506291"/>
            <a:ext cx="0" cy="266719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9397882-83A8-6F3F-D5C9-4EB759739490}"/>
              </a:ext>
            </a:extLst>
          </p:cNvPr>
          <p:cNvCxnSpPr>
            <a:cxnSpLocks/>
          </p:cNvCxnSpPr>
          <p:nvPr/>
        </p:nvCxnSpPr>
        <p:spPr>
          <a:xfrm>
            <a:off x="10699073" y="3568823"/>
            <a:ext cx="0" cy="204187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FE11F9E3-9E8C-346C-9790-5BB479243098}"/>
                  </a:ext>
                </a:extLst>
              </p14:cNvPr>
              <p14:cNvContentPartPr/>
              <p14:nvPr/>
            </p14:nvContentPartPr>
            <p14:xfrm>
              <a:off x="8247023" y="3781842"/>
              <a:ext cx="48744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FE11F9E3-9E8C-346C-9790-5BB47924309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38023" y="3772842"/>
                <a:ext cx="50508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645F790-4225-9E58-22C1-BA5A13E431DD}"/>
                  </a:ext>
                </a:extLst>
              </p14:cNvPr>
              <p14:cNvContentPartPr/>
              <p14:nvPr/>
            </p14:nvContentPartPr>
            <p14:xfrm>
              <a:off x="8221823" y="3568722"/>
              <a:ext cx="487440" cy="18180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645F790-4225-9E58-22C1-BA5A13E431D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212823" y="3559722"/>
                <a:ext cx="50508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C9CC9CEF-4CA4-E584-2A1D-290307E782FA}"/>
                  </a:ext>
                </a:extLst>
              </p14:cNvPr>
              <p14:cNvContentPartPr/>
              <p14:nvPr/>
            </p14:nvContentPartPr>
            <p14:xfrm>
              <a:off x="8406863" y="3737202"/>
              <a:ext cx="185760" cy="936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C9CC9CEF-4CA4-E584-2A1D-290307E782F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97863" y="3728202"/>
                <a:ext cx="20340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DA116BAB-EDF2-8530-E287-294BFF0DF70F}"/>
                  </a:ext>
                </a:extLst>
              </p14:cNvPr>
              <p14:cNvContentPartPr/>
              <p14:nvPr/>
            </p14:nvContentPartPr>
            <p14:xfrm>
              <a:off x="8271503" y="3597882"/>
              <a:ext cx="464760" cy="1749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DA116BAB-EDF2-8530-E287-294BFF0DF70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262503" y="3589242"/>
                <a:ext cx="48240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5899B18-6960-D140-7CF4-A2E697780297}"/>
                  </a:ext>
                </a:extLst>
              </p14:cNvPr>
              <p14:cNvContentPartPr/>
              <p14:nvPr/>
            </p14:nvContentPartPr>
            <p14:xfrm>
              <a:off x="10697183" y="3595002"/>
              <a:ext cx="203760" cy="16884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5899B18-6960-D140-7CF4-A2E69778029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688543" y="3586362"/>
                <a:ext cx="2214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776C4943-3C8A-7D02-EA4B-C4EE7E797EB9}"/>
                  </a:ext>
                </a:extLst>
              </p14:cNvPr>
              <p14:cNvContentPartPr/>
              <p14:nvPr/>
            </p14:nvContentPartPr>
            <p14:xfrm>
              <a:off x="10706183" y="3754482"/>
              <a:ext cx="498600" cy="187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776C4943-3C8A-7D02-EA4B-C4EE7E797EB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697183" y="3745842"/>
                <a:ext cx="5162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C08D8DFD-A9A5-405E-3719-990293EC94F3}"/>
                  </a:ext>
                </a:extLst>
              </p14:cNvPr>
              <p14:cNvContentPartPr/>
              <p14:nvPr/>
            </p14:nvContentPartPr>
            <p14:xfrm>
              <a:off x="10670543" y="3532362"/>
              <a:ext cx="44640" cy="41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C08D8DFD-A9A5-405E-3719-990293EC94F3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10661543" y="3523362"/>
                <a:ext cx="62280" cy="58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9485D83C-55BC-043E-824D-46EA9F232844}"/>
              </a:ext>
            </a:extLst>
          </p:cNvPr>
          <p:cNvGrpSpPr/>
          <p:nvPr/>
        </p:nvGrpSpPr>
        <p:grpSpPr>
          <a:xfrm>
            <a:off x="10698983" y="3532002"/>
            <a:ext cx="384120" cy="242280"/>
            <a:chOff x="10698983" y="3532002"/>
            <a:chExt cx="384120" cy="24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8CD1C93-EBDB-2EC4-3996-030B219F310A}"/>
                    </a:ext>
                  </a:extLst>
                </p14:cNvPr>
                <p14:cNvContentPartPr/>
                <p14:nvPr/>
              </p14:nvContentPartPr>
              <p14:xfrm>
                <a:off x="10730303" y="3607962"/>
                <a:ext cx="262800" cy="1663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8CD1C93-EBDB-2EC4-3996-030B219F310A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721663" y="3599322"/>
                  <a:ext cx="28044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FF9159C-F615-BC1D-BCF0-ADFF382F2DC5}"/>
                    </a:ext>
                  </a:extLst>
                </p14:cNvPr>
                <p14:cNvContentPartPr/>
                <p14:nvPr/>
              </p14:nvContentPartPr>
              <p14:xfrm>
                <a:off x="10698983" y="3532002"/>
                <a:ext cx="34560" cy="2289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FF9159C-F615-BC1D-BCF0-ADFF382F2DC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690343" y="3523362"/>
                  <a:ext cx="5220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896C281-F0A4-1195-34A6-37195E3A8FDA}"/>
                    </a:ext>
                  </a:extLst>
                </p14:cNvPr>
                <p14:cNvContentPartPr/>
                <p14:nvPr/>
              </p14:nvContentPartPr>
              <p14:xfrm>
                <a:off x="10714823" y="3586362"/>
                <a:ext cx="368280" cy="155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896C281-F0A4-1195-34A6-37195E3A8FDA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05823" y="3577362"/>
                  <a:ext cx="385920" cy="17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A382993E-FACB-87EF-530A-0C6ED28B533D}"/>
                  </a:ext>
                </a:extLst>
              </p14:cNvPr>
              <p14:cNvContentPartPr/>
              <p14:nvPr/>
            </p14:nvContentPartPr>
            <p14:xfrm>
              <a:off x="10757663" y="3631722"/>
              <a:ext cx="221040" cy="138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A382993E-FACB-87EF-530A-0C6ED28B533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0749023" y="3622722"/>
                <a:ext cx="238680" cy="155880"/>
              </a:xfrm>
              <a:prstGeom prst="rect">
                <a:avLst/>
              </a:prstGeom>
            </p:spPr>
          </p:pic>
        </mc:Fallback>
      </mc:AlternateContent>
      <p:sp>
        <p:nvSpPr>
          <p:cNvPr id="65" name="Arrow: Right 64">
            <a:extLst>
              <a:ext uri="{FF2B5EF4-FFF2-40B4-BE49-F238E27FC236}">
                <a16:creationId xmlns:a16="http://schemas.microsoft.com/office/drawing/2014/main" id="{1C4B608B-3155-6226-960A-FB9AA436F1A2}"/>
              </a:ext>
            </a:extLst>
          </p:cNvPr>
          <p:cNvSpPr/>
          <p:nvPr/>
        </p:nvSpPr>
        <p:spPr>
          <a:xfrm rot="5400000">
            <a:off x="4262390" y="4578739"/>
            <a:ext cx="828583" cy="604149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6B90A8E-888E-CC82-4EB3-818C3E569843}"/>
              </a:ext>
            </a:extLst>
          </p:cNvPr>
          <p:cNvSpPr/>
          <p:nvPr/>
        </p:nvSpPr>
        <p:spPr>
          <a:xfrm>
            <a:off x="3345030" y="5312460"/>
            <a:ext cx="2663301" cy="958788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rPr>
              <a:t>Very less p value , hypothesis rejected</a:t>
            </a:r>
            <a:endParaRPr lang="en-IN" sz="2000" b="1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07091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8575-A47F-CC75-9383-C361B763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136906"/>
            <a:ext cx="5077051" cy="994300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chemeClr val="accent6">
                    <a:lumMod val="50000"/>
                  </a:schemeClr>
                </a:solidFill>
              </a:rPr>
              <a:t>Question 5</a:t>
            </a:r>
            <a:br>
              <a:rPr lang="en-US" sz="3600" dirty="0">
                <a:solidFill>
                  <a:srgbClr val="FF0000"/>
                </a:solidFill>
              </a:rPr>
            </a:br>
            <a:r>
              <a:rPr lang="en-IN" sz="3200" b="1" i="0" dirty="0">
                <a:effectLst/>
                <a:latin typeface="Söhne"/>
              </a:rPr>
              <a:t>promotions Impact</a:t>
            </a:r>
            <a:endParaRPr lang="en-IN" sz="3600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66239-92D0-E580-5870-EA3B2885A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634056"/>
            <a:ext cx="2919777" cy="412294"/>
          </a:xfrm>
          <a:solidFill>
            <a:schemeClr val="bg1"/>
          </a:solidFill>
        </p:spPr>
        <p:txBody>
          <a:bodyPr/>
          <a:lstStyle/>
          <a:p>
            <a:r>
              <a:rPr lang="en-IN" sz="1400" b="0" dirty="0">
                <a:solidFill>
                  <a:schemeClr val="accent6">
                    <a:lumMod val="50000"/>
                  </a:schemeClr>
                </a:solidFill>
                <a:effectLst/>
                <a:latin typeface="Comic Sans MS" panose="030F0702030302020204" pitchFamily="66" charset="0"/>
              </a:rPr>
              <a:t>correlation heatmap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B5EC91-7D09-FE00-C76C-B3647E31C32C}"/>
              </a:ext>
            </a:extLst>
          </p:cNvPr>
          <p:cNvSpPr txBox="1"/>
          <p:nvPr/>
        </p:nvSpPr>
        <p:spPr>
          <a:xfrm>
            <a:off x="275208" y="1811045"/>
            <a:ext cx="1510265" cy="258532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markdown is promotional discounts or reductions in the prices of products or items offered by a retail store.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F11DF726-0D4A-3954-B70E-95ECD34C716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462"/>
          <a:stretch/>
        </p:blipFill>
        <p:spPr>
          <a:xfrm>
            <a:off x="2290439" y="1299881"/>
            <a:ext cx="8016536" cy="5371949"/>
          </a:xfrm>
        </p:spPr>
      </p:pic>
    </p:spTree>
    <p:extLst>
      <p:ext uri="{BB962C8B-B14F-4D97-AF65-F5344CB8AC3E}">
        <p14:creationId xmlns:p14="http://schemas.microsoft.com/office/powerpoint/2010/main" val="29244785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382ADD7-DD3A-68C7-A1FC-1DB955D8886C}"/>
              </a:ext>
            </a:extLst>
          </p:cNvPr>
          <p:cNvSpPr txBox="1"/>
          <p:nvPr/>
        </p:nvSpPr>
        <p:spPr>
          <a:xfrm>
            <a:off x="4738199" y="12073"/>
            <a:ext cx="3070527" cy="120032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WEEKLY SALES WITH AND WITHOUT PROMOTIONS DURING HOLIDAY WEEKS</a:t>
            </a:r>
            <a:endParaRPr lang="en-IN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A025473-2CE1-980A-B343-C011925D71E2}"/>
              </a:ext>
            </a:extLst>
          </p:cNvPr>
          <p:cNvSpPr/>
          <p:nvPr/>
        </p:nvSpPr>
        <p:spPr>
          <a:xfrm>
            <a:off x="368480" y="331956"/>
            <a:ext cx="3910515" cy="7974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2"/>
                </a:solidFill>
                <a:latin typeface="+mj-lt"/>
              </a:rPr>
              <a:t>Question 5</a:t>
            </a:r>
            <a:br>
              <a:rPr lang="en-US" sz="2800" dirty="0">
                <a:solidFill>
                  <a:schemeClr val="tx2"/>
                </a:solidFill>
                <a:latin typeface="+mj-lt"/>
              </a:rPr>
            </a:br>
            <a:r>
              <a:rPr lang="en-US" sz="2800" dirty="0">
                <a:solidFill>
                  <a:schemeClr val="tx2"/>
                </a:solidFill>
                <a:latin typeface="+mj-lt"/>
              </a:rPr>
              <a:t> </a:t>
            </a:r>
            <a:r>
              <a:rPr lang="en-IN" sz="2400" b="1" i="0" dirty="0">
                <a:solidFill>
                  <a:schemeClr val="tx2"/>
                </a:solidFill>
                <a:effectLst/>
                <a:latin typeface="Aptos Display" panose="020B0004020202020204" pitchFamily="34" charset="0"/>
              </a:rPr>
              <a:t>Impact of Promotions</a:t>
            </a:r>
            <a:endParaRPr lang="en-IN" sz="2400" dirty="0">
              <a:solidFill>
                <a:schemeClr val="tx2"/>
              </a:solidFill>
              <a:latin typeface="Aptos Display" panose="020B0004020202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A02838E-2639-6C38-219B-FCE4CAF9E3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65" y="1196006"/>
            <a:ext cx="3732672" cy="279950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31B2EA-BEB7-460B-0BA7-CED4CEC64B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8995" y="1212402"/>
            <a:ext cx="3771420" cy="282856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61BA3B99-87F4-EE48-C209-DDD35BF390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480" y="4024570"/>
            <a:ext cx="3657608" cy="274320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CC83963-D939-AFFD-F9BE-E8DA30F9AA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9173" y="1196006"/>
            <a:ext cx="3771420" cy="2828564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3A474FE-E9A0-3EAE-C54D-3D8F03BF36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3752" y="4051928"/>
            <a:ext cx="3621131" cy="271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2497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98575-A47F-CC75-9383-C361B763F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728" y="121992"/>
            <a:ext cx="5077051" cy="829859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chemeClr val="accent6">
                    <a:lumMod val="50000"/>
                  </a:schemeClr>
                </a:solidFill>
              </a:rPr>
              <a:t>Question 5</a:t>
            </a:r>
            <a:br>
              <a:rPr lang="en-US" sz="3200" dirty="0">
                <a:solidFill>
                  <a:srgbClr val="FF0000"/>
                </a:solidFill>
              </a:rPr>
            </a:br>
            <a:r>
              <a:rPr lang="en-IN" sz="2800" b="1" i="0" dirty="0">
                <a:effectLst/>
                <a:latin typeface="Söhne"/>
              </a:rPr>
              <a:t>Markdown Impact</a:t>
            </a:r>
            <a:endParaRPr lang="en-IN" sz="3200" dirty="0">
              <a:solidFill>
                <a:srgbClr val="FF0000"/>
              </a:solidFill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292E64B-78F8-B313-386A-0FF9ADF1C3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044249" y="1100831"/>
            <a:ext cx="6098960" cy="697378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r>
              <a:rPr lang="en-US" sz="1800" dirty="0">
                <a:latin typeface="Calibri Light" panose="020F0302020204030204" pitchFamily="34" charset="0"/>
                <a:cs typeface="Calibri Light" panose="020F0302020204030204" pitchFamily="34" charset="0"/>
              </a:rPr>
              <a:t>Hypothesis testing: promotion effect on sales (in holiday weeks) </a:t>
            </a:r>
            <a:endParaRPr lang="en-IN" sz="1800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D11C795-4809-4534-73E8-1CE2DF64F0D3}"/>
              </a:ext>
            </a:extLst>
          </p:cNvPr>
          <p:cNvSpPr/>
          <p:nvPr/>
        </p:nvSpPr>
        <p:spPr>
          <a:xfrm>
            <a:off x="2716300" y="1798209"/>
            <a:ext cx="790112" cy="1972601"/>
          </a:xfrm>
          <a:prstGeom prst="downArrow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9CFA18-46FC-B2EA-CFB0-7F19231695D7}"/>
              </a:ext>
            </a:extLst>
          </p:cNvPr>
          <p:cNvSpPr txBox="1"/>
          <p:nvPr/>
        </p:nvSpPr>
        <p:spPr>
          <a:xfrm>
            <a:off x="2299432" y="3770810"/>
            <a:ext cx="21037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 values for two sampled t test</a:t>
            </a:r>
          </a:p>
          <a:p>
            <a:r>
              <a:rPr lang="en-US" dirty="0"/>
              <a:t>Again values for five promotions were less than 0.05 which shows there is s relation between holidays and promotional offers</a:t>
            </a:r>
            <a:endParaRPr lang="en-IN" dirty="0"/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CCC78572-5F4E-18F1-6023-A656CE4D3798}"/>
              </a:ext>
            </a:extLst>
          </p:cNvPr>
          <p:cNvSpPr/>
          <p:nvPr/>
        </p:nvSpPr>
        <p:spPr>
          <a:xfrm>
            <a:off x="3333283" y="1828678"/>
            <a:ext cx="1691477" cy="1752002"/>
          </a:xfrm>
          <a:prstGeom prst="flowChartDecision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/>
              <a:t>HA (UN EQUAL MEAN SALES) </a:t>
            </a:r>
          </a:p>
        </p:txBody>
      </p:sp>
      <p:sp>
        <p:nvSpPr>
          <p:cNvPr id="15" name="Flowchart: Decision 14">
            <a:extLst>
              <a:ext uri="{FF2B5EF4-FFF2-40B4-BE49-F238E27FC236}">
                <a16:creationId xmlns:a16="http://schemas.microsoft.com/office/drawing/2014/main" id="{39D91743-51C1-B304-62E1-DFF99F059F47}"/>
              </a:ext>
            </a:extLst>
          </p:cNvPr>
          <p:cNvSpPr/>
          <p:nvPr/>
        </p:nvSpPr>
        <p:spPr>
          <a:xfrm>
            <a:off x="1044249" y="1828678"/>
            <a:ext cx="1880397" cy="1752002"/>
          </a:xfrm>
          <a:prstGeom prst="flowChartDecisi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/>
              <a:t>H0 (EQUAL MEAN SALES)  </a:t>
            </a:r>
            <a:endParaRPr lang="en-IN" sz="16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2446518-75F6-FC16-BC27-8AD0E49D082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760" y="2250447"/>
            <a:ext cx="6991236" cy="4194742"/>
          </a:xfrm>
        </p:spPr>
      </p:pic>
    </p:spTree>
    <p:extLst>
      <p:ext uri="{BB962C8B-B14F-4D97-AF65-F5344CB8AC3E}">
        <p14:creationId xmlns:p14="http://schemas.microsoft.com/office/powerpoint/2010/main" val="1554101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D7810E-CCE0-B7F1-516E-2D117F55D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92D050"/>
                </a:solidFill>
              </a:rPr>
              <a:t>conclusion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0C696E-B994-1390-4B12-9F8E7AB3F3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831" y="1607750"/>
            <a:ext cx="8708993" cy="3375734"/>
          </a:xfrm>
          <a:solidFill>
            <a:schemeClr val="accent5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Söhne"/>
              </a:rPr>
              <a:t>Store A performs the best.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Söhne"/>
              </a:rPr>
              <a:t>Seasonal sales patterns are observed.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Söhne"/>
              </a:rPr>
              <a:t>Limited impact of external factors.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Söhne"/>
              </a:rPr>
              <a:t>Holidays, especially with promotions, boost sales.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3200" b="0" i="0" dirty="0">
                <a:solidFill>
                  <a:srgbClr val="374151"/>
                </a:solidFill>
                <a:effectLst/>
                <a:latin typeface="Söhne"/>
              </a:rPr>
              <a:t>Correlations with promotions are relatively weak.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4076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E1305-9D6F-EDEB-1D0F-BCA5F86D2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46199" y="3494691"/>
            <a:ext cx="4829452" cy="86424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92D050"/>
                </a:solidFill>
              </a:rPr>
              <a:t>Future work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3A3E0-642F-7767-E860-441022877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358936"/>
            <a:ext cx="4761390" cy="1876963"/>
          </a:xfrm>
        </p:spPr>
        <p:txBody>
          <a:bodyPr/>
          <a:lstStyle/>
          <a:p>
            <a:r>
              <a:rPr lang="en-IN" b="1" i="0" dirty="0">
                <a:effectLst/>
                <a:latin typeface="Söhne"/>
              </a:rPr>
              <a:t>Machine Learning Models</a:t>
            </a:r>
          </a:p>
          <a:p>
            <a:r>
              <a:rPr lang="en-IN" b="1" dirty="0">
                <a:latin typeface="Söhne"/>
              </a:rPr>
              <a:t>Non linear analysis</a:t>
            </a:r>
          </a:p>
          <a:p>
            <a:r>
              <a:rPr lang="en-IN" b="1" dirty="0">
                <a:latin typeface="Söhne"/>
              </a:rPr>
              <a:t>Dealing with markdown values</a:t>
            </a:r>
          </a:p>
          <a:p>
            <a:r>
              <a:rPr lang="en-IN" b="1" dirty="0">
                <a:latin typeface="Söhne"/>
              </a:rPr>
              <a:t>Make predictions</a:t>
            </a: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DBF4B63-FEE3-4E93-2A6C-A70257926197}"/>
              </a:ext>
            </a:extLst>
          </p:cNvPr>
          <p:cNvSpPr txBox="1">
            <a:spLocks/>
          </p:cNvSpPr>
          <p:nvPr/>
        </p:nvSpPr>
        <p:spPr>
          <a:xfrm>
            <a:off x="1084483" y="415620"/>
            <a:ext cx="3904768" cy="8642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100" kern="1200" cap="all" spc="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rgbClr val="92D050"/>
                </a:solidFill>
              </a:rPr>
              <a:t>limitations</a:t>
            </a:r>
            <a:endParaRPr lang="en-IN" dirty="0">
              <a:solidFill>
                <a:srgbClr val="92D050"/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9EAABB5-73E8-0BB6-4FE3-D7838686A2EC}"/>
              </a:ext>
            </a:extLst>
          </p:cNvPr>
          <p:cNvSpPr txBox="1">
            <a:spLocks/>
          </p:cNvSpPr>
          <p:nvPr/>
        </p:nvSpPr>
        <p:spPr>
          <a:xfrm>
            <a:off x="1065247" y="1279865"/>
            <a:ext cx="4367887" cy="1703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Gill Sans MT" panose="020B0502020104020203" pitchFamily="34" charset="0"/>
              <a:buChar char="–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10000"/>
              </a:lnSpc>
              <a:spcBef>
                <a:spcPts val="700"/>
              </a:spcBef>
              <a:buClr>
                <a:schemeClr val="tx2"/>
              </a:buClr>
              <a:buFont typeface="Arial" panose="020B0604020202020204" pitchFamily="34" charset="0"/>
              <a:buChar char="•"/>
              <a:defRPr sz="14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>
                <a:latin typeface="Söhne"/>
              </a:rPr>
              <a:t>Hypothesis tests using varied samples from the population.</a:t>
            </a:r>
          </a:p>
          <a:p>
            <a:r>
              <a:rPr lang="en-IN" b="1" dirty="0">
                <a:latin typeface="Söhne"/>
              </a:rPr>
              <a:t>Promotions nans as 0.</a:t>
            </a:r>
          </a:p>
          <a:p>
            <a:r>
              <a:rPr lang="en-IN" b="1" dirty="0">
                <a:latin typeface="Söhne"/>
              </a:rPr>
              <a:t>Only linear analysis</a:t>
            </a:r>
          </a:p>
          <a:p>
            <a:endParaRPr lang="en-IN" b="1" dirty="0">
              <a:latin typeface="Söhne"/>
            </a:endParaRPr>
          </a:p>
          <a:p>
            <a:pPr marL="0" indent="0">
              <a:buNone/>
            </a:pPr>
            <a:endParaRPr lang="en-IN" b="1" dirty="0">
              <a:latin typeface="Söhne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379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7E973A-A87C-EE5C-FB6F-AF81F9CE18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574908">
            <a:off x="2538308" y="850241"/>
            <a:ext cx="7115385" cy="467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515433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2940</TotalTime>
  <Words>890</Words>
  <Application>Microsoft Office PowerPoint</Application>
  <PresentationFormat>Widescreen</PresentationFormat>
  <Paragraphs>113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-apple-system</vt:lpstr>
      <vt:lpstr>Aptos Display</vt:lpstr>
      <vt:lpstr>Arial</vt:lpstr>
      <vt:lpstr>Calibri</vt:lpstr>
      <vt:lpstr>Calibri Light</vt:lpstr>
      <vt:lpstr>Comic Sans MS</vt:lpstr>
      <vt:lpstr>Gill Sans MT</vt:lpstr>
      <vt:lpstr>Impact</vt:lpstr>
      <vt:lpstr>Inter</vt:lpstr>
      <vt:lpstr>Söhne</vt:lpstr>
      <vt:lpstr>system-ui</vt:lpstr>
      <vt:lpstr>var(--jp-code-font-family)</vt:lpstr>
      <vt:lpstr>Badge</vt:lpstr>
      <vt:lpstr> data analysis on sales of a store </vt:lpstr>
      <vt:lpstr>About project  analysing retail sales and  factors that affect  weekly sales   Reason for selecting  this project  marketing/shopping  are interesting topics</vt:lpstr>
      <vt:lpstr>Data and its source</vt:lpstr>
      <vt:lpstr>Questions:</vt:lpstr>
      <vt:lpstr>BASIC STEPS :                                                                Basic steps in this analysis: </vt:lpstr>
      <vt:lpstr>PowerPoint Presentation</vt:lpstr>
      <vt:lpstr>PowerPoint Presentation</vt:lpstr>
      <vt:lpstr>PowerPoint Presentation</vt:lpstr>
      <vt:lpstr>PowerPoint Presentation</vt:lpstr>
      <vt:lpstr>Question 1 Store Performance Comparison</vt:lpstr>
      <vt:lpstr>Question 2 Seasonal Sales Patterns</vt:lpstr>
      <vt:lpstr>Question 3 Impact of External Factors</vt:lpstr>
      <vt:lpstr>Question 3 Impact of External Factors</vt:lpstr>
      <vt:lpstr>Question 4 Holiday Sales Analysis</vt:lpstr>
      <vt:lpstr>Hypothesis test-to determine if there is a statistically significant difference in mean sales between holiday weeks and non holiday weeks. </vt:lpstr>
      <vt:lpstr>Question 5 promotions Impact</vt:lpstr>
      <vt:lpstr>PowerPoint Presentation</vt:lpstr>
      <vt:lpstr>Question 5 Markdown Impact</vt:lpstr>
      <vt:lpstr>conclusion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 on sales of a store</dc:title>
  <dc:creator>MEGHA VIJ</dc:creator>
  <cp:lastModifiedBy>MEGHA VIJ</cp:lastModifiedBy>
  <cp:revision>21</cp:revision>
  <dcterms:created xsi:type="dcterms:W3CDTF">2023-10-03T13:00:19Z</dcterms:created>
  <dcterms:modified xsi:type="dcterms:W3CDTF">2023-10-05T16:49:48Z</dcterms:modified>
</cp:coreProperties>
</file>